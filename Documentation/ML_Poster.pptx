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96" r:id="rId1"/>
  </p:sldMasterIdLst>
  <p:notesMasterIdLst>
    <p:notesMasterId r:id="rId3"/>
  </p:notesMasterIdLst>
  <p:handoutMasterIdLst>
    <p:handoutMasterId r:id="rId4"/>
  </p:handoutMasterIdLst>
  <p:sldIdLst>
    <p:sldId id="256" r:id="rId2"/>
  </p:sldIdLst>
  <p:sldSz cx="43891200" cy="32918400"/>
  <p:notesSz cx="9239250" cy="11982450"/>
  <p:embeddedFontLst>
    <p:embeddedFont>
      <p:font typeface="Constantia" panose="02030602050306030303" pitchFamily="18" charset="0"/>
      <p:regular r:id="rId5"/>
      <p:bold r:id="rId6"/>
      <p:italic r:id="rId7"/>
      <p:boldItalic r:id="rId8"/>
    </p:embeddedFont>
    <p:embeddedFont>
      <p:font typeface="Quattrocento" panose="02020502030000000404" pitchFamily="18" charset="0"/>
      <p:regular r:id="rId9"/>
      <p:bold r:id="rId10"/>
    </p:embeddedFont>
    <p:embeddedFont>
      <p:font typeface="Wingdings 2" panose="05020102010507070707" pitchFamily="18" charset="2"/>
      <p:regular r:id="rId11"/>
    </p:embeddedFont>
  </p:embeddedFontLst>
  <p:custDataLst>
    <p:tags r:id="rId12"/>
  </p:custDataLst>
  <p:defaultTex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128"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256"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379"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507"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5635" algn="l" defTabSz="914256"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2763" algn="l" defTabSz="914256"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199886" algn="l" defTabSz="914256"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014" algn="l" defTabSz="914256"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p:defaultTextStyle>
  <p:extLst>
    <p:ext uri="{EFAFB233-063F-42B5-8137-9DF3F51BA10A}">
      <p15:sldGuideLst xmlns:p15="http://schemas.microsoft.com/office/powerpoint/2012/main">
        <p15:guide id="1" orient="horz" pos="11088">
          <p15:clr>
            <a:srgbClr val="A4A3A4"/>
          </p15:clr>
        </p15:guide>
        <p15:guide id="2" pos="13440">
          <p15:clr>
            <a:srgbClr val="A4A3A4"/>
          </p15:clr>
        </p15:guide>
      </p15:sldGuideLst>
    </p:ext>
    <p:ext uri="{2D200454-40CA-4A62-9FC3-DE9A4176ACB9}">
      <p15:notesGuideLst xmlns:p15="http://schemas.microsoft.com/office/powerpoint/2012/main">
        <p15:guide id="1" orient="horz" pos="3774">
          <p15:clr>
            <a:srgbClr val="A4A3A4"/>
          </p15:clr>
        </p15:guide>
        <p15:guide id="2" pos="29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3654" autoAdjust="0"/>
  </p:normalViewPr>
  <p:slideViewPr>
    <p:cSldViewPr>
      <p:cViewPr varScale="1">
        <p:scale>
          <a:sx n="13" d="100"/>
          <a:sy n="13" d="100"/>
        </p:scale>
        <p:origin x="1708" y="108"/>
      </p:cViewPr>
      <p:guideLst>
        <p:guide orient="horz" pos="11088"/>
        <p:guide pos="134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3" d="100"/>
          <a:sy n="73" d="100"/>
        </p:scale>
        <p:origin x="3984" y="72"/>
      </p:cViewPr>
      <p:guideLst>
        <p:guide orient="horz" pos="3774"/>
        <p:guide pos="29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defTabSz="1149350">
              <a:defRPr sz="1500"/>
            </a:lvl1pPr>
          </a:lstStyle>
          <a:p>
            <a:endParaRPr lang="en-US" altLang="zh-CN"/>
          </a:p>
        </p:txBody>
      </p:sp>
      <p:sp>
        <p:nvSpPr>
          <p:cNvPr id="6147" name="Rectangle 3"/>
          <p:cNvSpPr>
            <a:spLocks noGrp="1" noChangeArrowheads="1"/>
          </p:cNvSpPr>
          <p:nvPr>
            <p:ph type="dt" sz="quarter" idx="1"/>
          </p:nvPr>
        </p:nvSpPr>
        <p:spPr bwMode="auto">
          <a:xfrm>
            <a:off x="5235575"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algn="r" defTabSz="1149350">
              <a:defRPr sz="1500"/>
            </a:lvl1pPr>
          </a:lstStyle>
          <a:p>
            <a:endParaRPr lang="en-US" altLang="zh-CN"/>
          </a:p>
        </p:txBody>
      </p:sp>
      <p:sp>
        <p:nvSpPr>
          <p:cNvPr id="6148" name="Rectangle 4"/>
          <p:cNvSpPr>
            <a:spLocks noGrp="1" noChangeArrowheads="1"/>
          </p:cNvSpPr>
          <p:nvPr>
            <p:ph type="ftr" sz="quarter" idx="2"/>
          </p:nvPr>
        </p:nvSpPr>
        <p:spPr bwMode="auto">
          <a:xfrm>
            <a:off x="0"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defTabSz="1149350">
              <a:defRPr sz="1500"/>
            </a:lvl1pPr>
          </a:lstStyle>
          <a:p>
            <a:endParaRPr lang="en-US" altLang="zh-CN"/>
          </a:p>
        </p:txBody>
      </p:sp>
      <p:sp>
        <p:nvSpPr>
          <p:cNvPr id="6149" name="Rectangle 5"/>
          <p:cNvSpPr>
            <a:spLocks noGrp="1" noChangeArrowheads="1"/>
          </p:cNvSpPr>
          <p:nvPr>
            <p:ph type="sldNum" sz="quarter" idx="3"/>
          </p:nvPr>
        </p:nvSpPr>
        <p:spPr bwMode="auto">
          <a:xfrm>
            <a:off x="5235575"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algn="r" defTabSz="1149350">
              <a:defRPr sz="1500"/>
            </a:lvl1pPr>
          </a:lstStyle>
          <a:p>
            <a:fld id="{56A6134A-9986-4884-ADAB-C57241D32564}" type="slidenum">
              <a:rPr lang="zh-CN" altLang="en-US"/>
              <a:t>‹#›</a:t>
            </a:fld>
            <a:endParaRPr lang="en-US" altLang="zh-CN"/>
          </a:p>
        </p:txBody>
      </p:sp>
    </p:spTree>
    <p:extLst>
      <p:ext uri="{BB962C8B-B14F-4D97-AF65-F5344CB8AC3E}">
        <p14:creationId xmlns:p14="http://schemas.microsoft.com/office/powerpoint/2010/main" val="934862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defTabSz="1149350">
              <a:defRPr sz="1500"/>
            </a:lvl1pPr>
          </a:lstStyle>
          <a:p>
            <a:endParaRPr lang="en-US" altLang="zh-CN"/>
          </a:p>
        </p:txBody>
      </p:sp>
      <p:sp>
        <p:nvSpPr>
          <p:cNvPr id="4099" name="Rectangle 3"/>
          <p:cNvSpPr>
            <a:spLocks noGrp="1" noChangeArrowheads="1"/>
          </p:cNvSpPr>
          <p:nvPr>
            <p:ph type="dt" idx="1"/>
          </p:nvPr>
        </p:nvSpPr>
        <p:spPr bwMode="auto">
          <a:xfrm>
            <a:off x="5241925"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algn="r" defTabSz="1149350">
              <a:defRPr sz="1500"/>
            </a:lvl1pPr>
          </a:lstStyle>
          <a:p>
            <a:endParaRPr lang="en-US" altLang="zh-CN"/>
          </a:p>
        </p:txBody>
      </p:sp>
      <p:sp>
        <p:nvSpPr>
          <p:cNvPr id="2052" name="Rectangle 4"/>
          <p:cNvSpPr>
            <a:spLocks noGrp="1" noRot="1" noChangeAspect="1" noChangeArrowheads="1" noTextEdit="1"/>
          </p:cNvSpPr>
          <p:nvPr>
            <p:ph type="sldImg" idx="2"/>
          </p:nvPr>
        </p:nvSpPr>
        <p:spPr bwMode="auto">
          <a:xfrm>
            <a:off x="1582738" y="889000"/>
            <a:ext cx="6059487" cy="454501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1257300" y="5732463"/>
            <a:ext cx="6708775" cy="5335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102" name="Rectangle 6"/>
          <p:cNvSpPr>
            <a:spLocks noGrp="1" noChangeArrowheads="1"/>
          </p:cNvSpPr>
          <p:nvPr>
            <p:ph type="ftr" sz="quarter" idx="4"/>
          </p:nvPr>
        </p:nvSpPr>
        <p:spPr bwMode="auto">
          <a:xfrm>
            <a:off x="0"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defTabSz="1149350">
              <a:defRPr sz="1500"/>
            </a:lvl1pPr>
          </a:lstStyle>
          <a:p>
            <a:endParaRPr lang="en-US" altLang="zh-CN"/>
          </a:p>
        </p:txBody>
      </p:sp>
      <p:sp>
        <p:nvSpPr>
          <p:cNvPr id="4103" name="Rectangle 7"/>
          <p:cNvSpPr>
            <a:spLocks noGrp="1" noChangeArrowheads="1"/>
          </p:cNvSpPr>
          <p:nvPr>
            <p:ph type="sldNum" sz="quarter" idx="5"/>
          </p:nvPr>
        </p:nvSpPr>
        <p:spPr bwMode="auto">
          <a:xfrm>
            <a:off x="5241925"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algn="r" defTabSz="1149350">
              <a:defRPr sz="1500"/>
            </a:lvl1pPr>
          </a:lstStyle>
          <a:p>
            <a:fld id="{23124DF2-DDA8-402F-81DD-AC1D1E5694AB}" type="slidenum">
              <a:rPr lang="zh-CN" altLang="en-US"/>
              <a:t>‹#›</a:t>
            </a:fld>
            <a:endParaRPr lang="en-US" altLang="zh-CN"/>
          </a:p>
        </p:txBody>
      </p:sp>
    </p:spTree>
    <p:extLst>
      <p:ext uri="{BB962C8B-B14F-4D97-AF65-F5344CB8AC3E}">
        <p14:creationId xmlns:p14="http://schemas.microsoft.com/office/powerpoint/2010/main" val="19040194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Times New Roman" pitchFamily="18" charset="0"/>
        <a:ea typeface="+mn-ea"/>
        <a:cs typeface="+mn-cs"/>
      </a:defRPr>
    </a:lvl1pPr>
    <a:lvl2pPr marL="457128" algn="l" rtl="0" eaLnBrk="0" fontAlgn="base" hangingPunct="0">
      <a:spcBef>
        <a:spcPct val="30000"/>
      </a:spcBef>
      <a:spcAft>
        <a:spcPct val="0"/>
      </a:spcAft>
      <a:defRPr sz="1000" kern="1200">
        <a:solidFill>
          <a:schemeClr val="tx1"/>
        </a:solidFill>
        <a:latin typeface="Times New Roman" pitchFamily="18" charset="0"/>
        <a:ea typeface="+mn-ea"/>
        <a:cs typeface="+mn-cs"/>
      </a:defRPr>
    </a:lvl2pPr>
    <a:lvl3pPr marL="914256" algn="l" rtl="0" eaLnBrk="0" fontAlgn="base" hangingPunct="0">
      <a:spcBef>
        <a:spcPct val="30000"/>
      </a:spcBef>
      <a:spcAft>
        <a:spcPct val="0"/>
      </a:spcAft>
      <a:defRPr sz="1000" kern="1200">
        <a:solidFill>
          <a:schemeClr val="tx1"/>
        </a:solidFill>
        <a:latin typeface="Times New Roman" pitchFamily="18" charset="0"/>
        <a:ea typeface="+mn-ea"/>
        <a:cs typeface="+mn-cs"/>
      </a:defRPr>
    </a:lvl3pPr>
    <a:lvl4pPr marL="1371379" algn="l" rtl="0" eaLnBrk="0" fontAlgn="base" hangingPunct="0">
      <a:spcBef>
        <a:spcPct val="30000"/>
      </a:spcBef>
      <a:spcAft>
        <a:spcPct val="0"/>
      </a:spcAft>
      <a:defRPr sz="1000" kern="1200">
        <a:solidFill>
          <a:schemeClr val="tx1"/>
        </a:solidFill>
        <a:latin typeface="Times New Roman" pitchFamily="18" charset="0"/>
        <a:ea typeface="+mn-ea"/>
        <a:cs typeface="+mn-cs"/>
      </a:defRPr>
    </a:lvl4pPr>
    <a:lvl5pPr marL="1828507" algn="l" rtl="0" eaLnBrk="0" fontAlgn="base" hangingPunct="0">
      <a:spcBef>
        <a:spcPct val="30000"/>
      </a:spcBef>
      <a:spcAft>
        <a:spcPct val="0"/>
      </a:spcAft>
      <a:defRPr sz="1000" kern="1200">
        <a:solidFill>
          <a:schemeClr val="tx1"/>
        </a:solidFill>
        <a:latin typeface="Times New Roman" pitchFamily="18" charset="0"/>
        <a:ea typeface="+mn-ea"/>
        <a:cs typeface="+mn-cs"/>
      </a:defRPr>
    </a:lvl5pPr>
    <a:lvl6pPr marL="2285635" algn="l" defTabSz="914256" rtl="0" eaLnBrk="1" latinLnBrk="0" hangingPunct="1">
      <a:defRPr sz="1000" kern="1200">
        <a:solidFill>
          <a:schemeClr val="tx1"/>
        </a:solidFill>
        <a:latin typeface="+mn-lt"/>
        <a:ea typeface="+mn-ea"/>
        <a:cs typeface="+mn-cs"/>
      </a:defRPr>
    </a:lvl6pPr>
    <a:lvl7pPr marL="2742763" algn="l" defTabSz="914256" rtl="0" eaLnBrk="1" latinLnBrk="0" hangingPunct="1">
      <a:defRPr sz="1000" kern="1200">
        <a:solidFill>
          <a:schemeClr val="tx1"/>
        </a:solidFill>
        <a:latin typeface="+mn-lt"/>
        <a:ea typeface="+mn-ea"/>
        <a:cs typeface="+mn-cs"/>
      </a:defRPr>
    </a:lvl7pPr>
    <a:lvl8pPr marL="3199886" algn="l" defTabSz="914256" rtl="0" eaLnBrk="1" latinLnBrk="0" hangingPunct="1">
      <a:defRPr sz="1000" kern="1200">
        <a:solidFill>
          <a:schemeClr val="tx1"/>
        </a:solidFill>
        <a:latin typeface="+mn-lt"/>
        <a:ea typeface="+mn-ea"/>
        <a:cs typeface="+mn-cs"/>
      </a:defRPr>
    </a:lvl8pPr>
    <a:lvl9pPr marL="3657014" algn="l" defTabSz="914256"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5"/>
          </p:nvPr>
        </p:nvSpPr>
        <p:spPr>
          <a:noFill/>
        </p:spPr>
        <p:txBody>
          <a:bodyPr/>
          <a:lstStyle>
            <a:defPPr>
              <a:defRPr kern="1200"/>
            </a:defPPr>
            <a:lvl1pPr defTabSz="1149350">
              <a:defRPr sz="2400">
                <a:solidFill>
                  <a:schemeClr val="tx1"/>
                </a:solidFill>
                <a:latin typeface="Times New Roman" pitchFamily="18" charset="0"/>
              </a:defRPr>
            </a:lvl1pPr>
            <a:lvl2pPr marL="742950" indent="-285750" defTabSz="1149350">
              <a:defRPr sz="2400">
                <a:solidFill>
                  <a:schemeClr val="tx1"/>
                </a:solidFill>
                <a:latin typeface="Times New Roman" pitchFamily="18" charset="0"/>
              </a:defRPr>
            </a:lvl2pPr>
            <a:lvl3pPr marL="1143000" indent="-228600" defTabSz="1149350">
              <a:defRPr sz="2400">
                <a:solidFill>
                  <a:schemeClr val="tx1"/>
                </a:solidFill>
                <a:latin typeface="Times New Roman" pitchFamily="18" charset="0"/>
              </a:defRPr>
            </a:lvl3pPr>
            <a:lvl4pPr marL="1600200" indent="-228600" defTabSz="1149350">
              <a:defRPr sz="2400">
                <a:solidFill>
                  <a:schemeClr val="tx1"/>
                </a:solidFill>
                <a:latin typeface="Times New Roman" pitchFamily="18" charset="0"/>
              </a:defRPr>
            </a:lvl4pPr>
            <a:lvl5pPr marL="2057400" indent="-228600" defTabSz="1149350">
              <a:defRPr sz="2400">
                <a:solidFill>
                  <a:schemeClr val="tx1"/>
                </a:solidFill>
                <a:latin typeface="Times New Roman" pitchFamily="18" charset="0"/>
              </a:defRPr>
            </a:lvl5pPr>
            <a:lvl6pPr marL="2514600" indent="-228600" defTabSz="1149350" eaLnBrk="0" fontAlgn="base" hangingPunct="0">
              <a:spcBef>
                <a:spcPct val="0"/>
              </a:spcBef>
              <a:spcAft>
                <a:spcPct val="0"/>
              </a:spcAft>
              <a:defRPr sz="2400">
                <a:solidFill>
                  <a:schemeClr val="tx1"/>
                </a:solidFill>
                <a:latin typeface="Times New Roman" pitchFamily="18" charset="0"/>
              </a:defRPr>
            </a:lvl6pPr>
            <a:lvl7pPr marL="2971800" indent="-228600" defTabSz="1149350" eaLnBrk="0" fontAlgn="base" hangingPunct="0">
              <a:spcBef>
                <a:spcPct val="0"/>
              </a:spcBef>
              <a:spcAft>
                <a:spcPct val="0"/>
              </a:spcAft>
              <a:defRPr sz="2400">
                <a:solidFill>
                  <a:schemeClr val="tx1"/>
                </a:solidFill>
                <a:latin typeface="Times New Roman" pitchFamily="18" charset="0"/>
              </a:defRPr>
            </a:lvl7pPr>
            <a:lvl8pPr marL="3429000" indent="-228600" defTabSz="1149350" eaLnBrk="0" fontAlgn="base" hangingPunct="0">
              <a:spcBef>
                <a:spcPct val="0"/>
              </a:spcBef>
              <a:spcAft>
                <a:spcPct val="0"/>
              </a:spcAft>
              <a:defRPr sz="2400">
                <a:solidFill>
                  <a:schemeClr val="tx1"/>
                </a:solidFill>
                <a:latin typeface="Times New Roman" pitchFamily="18" charset="0"/>
              </a:defRPr>
            </a:lvl8pPr>
            <a:lvl9pPr marL="3886200" indent="-228600" defTabSz="1149350" eaLnBrk="0" fontAlgn="base" hangingPunct="0">
              <a:spcBef>
                <a:spcPct val="0"/>
              </a:spcBef>
              <a:spcAft>
                <a:spcPct val="0"/>
              </a:spcAft>
              <a:defRPr sz="2400">
                <a:solidFill>
                  <a:schemeClr val="tx1"/>
                </a:solidFill>
                <a:latin typeface="Times New Roman" pitchFamily="18" charset="0"/>
              </a:defRPr>
            </a:lvl9pPr>
          </a:lstStyle>
          <a:p>
            <a:fld id="{D5580D61-8B82-42C3-9A37-58134866DD67}" type="slidenum">
              <a:rPr lang="zh-CN" altLang="en-US" sz="1500"/>
              <a:t>1</a:t>
            </a:fld>
            <a:endParaRPr lang="en-US" altLang="zh-CN" sz="1500"/>
          </a:p>
        </p:txBody>
      </p:sp>
      <p:sp>
        <p:nvSpPr>
          <p:cNvPr id="3075" name="Rectangle 2"/>
          <p:cNvSpPr>
            <a:spLocks noGrp="1" noRot="1" noChangeAspect="1" noChangeArrowheads="1" noTextEdit="1"/>
          </p:cNvSpPr>
          <p:nvPr>
            <p:ph type="sldImg"/>
          </p:nvPr>
        </p:nvSpPr>
        <p:spPr/>
      </p:sp>
      <p:sp>
        <p:nvSpPr>
          <p:cNvPr id="3076" name="Rectangle 3"/>
          <p:cNvSpPr>
            <a:spLocks noGrp="1" noChangeArrowheads="1"/>
          </p:cNvSpPr>
          <p:nvPr>
            <p:ph type="body" idx="1"/>
          </p:nvPr>
        </p:nvSpPr>
        <p:spPr>
          <a:noFill/>
        </p:spPr>
        <p:txBody>
          <a:bodyPr/>
          <a:lstStyle>
            <a:defPPr>
              <a:defRPr kern="1200"/>
            </a:defP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2560320" y="6583680"/>
            <a:ext cx="37687910" cy="8778240"/>
          </a:xfrm>
          <a:ln>
            <a:noFill/>
          </a:ln>
        </p:spPr>
        <p:txBody>
          <a:bodyPr vert="horz" tIns="0" rIns="87782"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269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2560320" y="15496973"/>
            <a:ext cx="37702541" cy="8412480"/>
          </a:xfrm>
        </p:spPr>
        <p:txBody>
          <a:bodyPr lIns="0" rIns="87782"/>
          <a:lstStyle>
            <a:lvl1pPr marL="0" marR="219456" indent="0" algn="r">
              <a:buNone/>
              <a:defRPr>
                <a:solidFill>
                  <a:schemeClr val="tx1"/>
                </a:solidFill>
              </a:defRPr>
            </a:lvl1pPr>
            <a:lvl2pPr marL="2194560" indent="0" algn="ctr">
              <a:buNone/>
            </a:lvl2pPr>
            <a:lvl3pPr marL="4389120" indent="0" algn="ctr">
              <a:buNone/>
            </a:lvl3pPr>
            <a:lvl4pPr marL="6583680" indent="0" algn="ctr">
              <a:buNone/>
            </a:lvl4pPr>
            <a:lvl5pPr marL="8778240" indent="0" algn="ctr">
              <a:buNone/>
            </a:lvl5pPr>
            <a:lvl6pPr marL="10972800" indent="0" algn="ctr">
              <a:buNone/>
            </a:lvl6pPr>
            <a:lvl7pPr marL="13167360" indent="0" algn="ctr">
              <a:buNone/>
            </a:lvl7pPr>
            <a:lvl8pPr marL="15361920" indent="0" algn="ctr">
              <a:buNone/>
            </a:lvl8pPr>
            <a:lvl9pPr marL="1755648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C8A432C8-69A7-458B-9684-2BFA64B31948}" type="datetime2">
              <a:rPr lang="en-US" smtClean="0"/>
              <a:t>Monday, May 18, 2026</a:t>
            </a:fld>
            <a:endParaRPr lang="en-US"/>
          </a:p>
        </p:txBody>
      </p:sp>
      <p:sp>
        <p:nvSpPr>
          <p:cNvPr id="19" name="Footer Placeholder 18"/>
          <p:cNvSpPr>
            <a:spLocks noGrp="1"/>
          </p:cNvSpPr>
          <p:nvPr>
            <p:ph type="ftr" sz="quarter" idx="11"/>
          </p:nvPr>
        </p:nvSpPr>
        <p:spPr/>
        <p:txBody>
          <a:bodyPr/>
          <a:lstStyle/>
          <a:p>
            <a:pPr algn="r"/>
            <a:endParaRPr lang="en-US" dirty="0"/>
          </a:p>
        </p:txBody>
      </p:sp>
      <p:sp>
        <p:nvSpPr>
          <p:cNvPr id="27" name="Slide Number Placeholder 26"/>
          <p:cNvSpPr>
            <a:spLocks noGrp="1"/>
          </p:cNvSpPr>
          <p:nvPr>
            <p:ph type="sldNum" sz="quarter" idx="12"/>
          </p:nvPr>
        </p:nvSpPr>
        <p:spPr/>
        <p:txBody>
          <a:bodyPr/>
          <a:lstStyle/>
          <a:p>
            <a:fld id="{0CFEC368-1D7A-4F81-ABF6-AE0E36BAF64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396A3A3-94A6-4E5B-AF39-173ACA3E61CC}" type="datetime2">
              <a:rPr lang="en-US" smtClean="0"/>
              <a:t>Monday, May 18,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545690" y="6320333"/>
            <a:ext cx="37307520" cy="6539789"/>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269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2545690" y="12982387"/>
            <a:ext cx="37307520" cy="7246618"/>
          </a:xfrm>
        </p:spPr>
        <p:txBody>
          <a:bodyPr lIns="219456" rIns="219456" anchor="t"/>
          <a:lstStyle>
            <a:lvl1pPr marL="0" indent="0">
              <a:buNone/>
              <a:defRPr sz="10600">
                <a:solidFill>
                  <a:schemeClr val="tx1"/>
                </a:solidFill>
              </a:defRPr>
            </a:lvl1pPr>
            <a:lvl2pPr>
              <a:buNone/>
              <a:defRPr sz="8600">
                <a:solidFill>
                  <a:schemeClr val="tx1">
                    <a:tint val="75000"/>
                  </a:schemeClr>
                </a:solidFill>
              </a:defRPr>
            </a:lvl2pPr>
            <a:lvl3pPr>
              <a:buNone/>
              <a:defRPr sz="7700">
                <a:solidFill>
                  <a:schemeClr val="tx1">
                    <a:tint val="75000"/>
                  </a:schemeClr>
                </a:solidFill>
              </a:defRPr>
            </a:lvl3pPr>
            <a:lvl4pPr>
              <a:buNone/>
              <a:defRPr sz="6700">
                <a:solidFill>
                  <a:schemeClr val="tx1">
                    <a:tint val="75000"/>
                  </a:schemeClr>
                </a:solidFill>
              </a:defRPr>
            </a:lvl4pPr>
            <a:lvl5pPr>
              <a:buNone/>
              <a:defRPr sz="67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933D019-A32C-4EAD-B8E6-DBDA699692FD}" type="datetime2">
              <a:rPr lang="en-US" smtClean="0"/>
              <a:t>Monday, May 18,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560" y="3379622"/>
            <a:ext cx="39502080" cy="5486400"/>
          </a:xfrm>
        </p:spPr>
        <p:txBody>
          <a:bodyPr/>
          <a:lstStyle/>
          <a:p>
            <a:r>
              <a:rPr kumimoji="0" lang="en-US"/>
              <a:t>Click to edit Master title style</a:t>
            </a:r>
          </a:p>
        </p:txBody>
      </p:sp>
      <p:sp>
        <p:nvSpPr>
          <p:cNvPr id="3" name="Content Placeholder 2"/>
          <p:cNvSpPr>
            <a:spLocks noGrp="1"/>
          </p:cNvSpPr>
          <p:nvPr>
            <p:ph sz="half" idx="1"/>
          </p:nvPr>
        </p:nvSpPr>
        <p:spPr>
          <a:xfrm>
            <a:off x="2194560" y="9216408"/>
            <a:ext cx="19385280" cy="21287232"/>
          </a:xfrm>
        </p:spPr>
        <p:txBody>
          <a:bodyPr/>
          <a:lstStyle>
            <a:lvl1pPr>
              <a:defRPr sz="12500"/>
            </a:lvl1pPr>
            <a:lvl2pPr>
              <a:defRPr sz="11500"/>
            </a:lvl2pPr>
            <a:lvl3pPr>
              <a:defRPr sz="9600"/>
            </a:lvl3pPr>
            <a:lvl4pPr>
              <a:defRPr sz="8600"/>
            </a:lvl4pPr>
            <a:lvl5pPr>
              <a:defRPr sz="8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22311360" y="9216408"/>
            <a:ext cx="19385280" cy="21287232"/>
          </a:xfrm>
        </p:spPr>
        <p:txBody>
          <a:bodyPr/>
          <a:lstStyle>
            <a:lvl1pPr>
              <a:defRPr sz="12500"/>
            </a:lvl1pPr>
            <a:lvl2pPr>
              <a:defRPr sz="11500"/>
            </a:lvl2pPr>
            <a:lvl3pPr>
              <a:defRPr sz="9600"/>
            </a:lvl3pPr>
            <a:lvl4pPr>
              <a:defRPr sz="8600"/>
            </a:lvl4pPr>
            <a:lvl5pPr>
              <a:defRPr sz="8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CEBA98F-560C-4997-81C4-81D4D9187EAB}" type="datetime2">
              <a:rPr lang="en-US" smtClean="0"/>
              <a:t>Monday, May 18,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3379622"/>
            <a:ext cx="39502080" cy="5486400"/>
          </a:xfrm>
        </p:spPr>
        <p:txBody>
          <a:bodyPr tIns="219456" anchor="b"/>
          <a:lstStyle>
            <a:lvl1pPr>
              <a:defRPr/>
            </a:lvl1pPr>
          </a:lstStyle>
          <a:p>
            <a:r>
              <a:rPr kumimoji="0" lang="en-US"/>
              <a:t>Click to edit Master title style</a:t>
            </a:r>
          </a:p>
        </p:txBody>
      </p:sp>
      <p:sp>
        <p:nvSpPr>
          <p:cNvPr id="3" name="Text Placeholder 2"/>
          <p:cNvSpPr>
            <a:spLocks noGrp="1"/>
          </p:cNvSpPr>
          <p:nvPr>
            <p:ph type="body" idx="1"/>
          </p:nvPr>
        </p:nvSpPr>
        <p:spPr>
          <a:xfrm>
            <a:off x="2194560" y="8905190"/>
            <a:ext cx="19392902" cy="3164890"/>
          </a:xfrm>
        </p:spPr>
        <p:txBody>
          <a:bodyPr lIns="219456" tIns="0" rIns="219456" bIns="0" anchor="ctr">
            <a:noAutofit/>
          </a:bodyPr>
          <a:lstStyle>
            <a:lvl1pPr marL="0" indent="0">
              <a:buNone/>
              <a:defRPr sz="11500" b="1" cap="none" baseline="0">
                <a:solidFill>
                  <a:schemeClr val="tx2"/>
                </a:solidFill>
                <a:effectLst/>
              </a:defRPr>
            </a:lvl1pPr>
            <a:lvl2pPr>
              <a:buNone/>
              <a:defRPr sz="9600" b="1"/>
            </a:lvl2pPr>
            <a:lvl3pPr>
              <a:buNone/>
              <a:defRPr sz="8600" b="1"/>
            </a:lvl3pPr>
            <a:lvl4pPr>
              <a:buNone/>
              <a:defRPr sz="7700" b="1"/>
            </a:lvl4pPr>
            <a:lvl5pPr>
              <a:buNone/>
              <a:defRPr sz="77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22296122" y="8926836"/>
            <a:ext cx="19400520" cy="3143246"/>
          </a:xfrm>
        </p:spPr>
        <p:txBody>
          <a:bodyPr lIns="219456" tIns="0" rIns="219456" bIns="0" anchor="ctr"/>
          <a:lstStyle>
            <a:lvl1pPr marL="0" indent="0">
              <a:buNone/>
              <a:defRPr sz="11500" b="1" cap="none" baseline="0">
                <a:solidFill>
                  <a:schemeClr val="tx2"/>
                </a:solidFill>
                <a:effectLst/>
              </a:defRPr>
            </a:lvl1pPr>
            <a:lvl2pPr>
              <a:buNone/>
              <a:defRPr sz="9600" b="1"/>
            </a:lvl2pPr>
            <a:lvl3pPr>
              <a:buNone/>
              <a:defRPr sz="8600" b="1"/>
            </a:lvl3pPr>
            <a:lvl4pPr>
              <a:buNone/>
              <a:defRPr sz="7700" b="1"/>
            </a:lvl4pPr>
            <a:lvl5pPr>
              <a:buNone/>
              <a:defRPr sz="77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2194560" y="12070080"/>
            <a:ext cx="19392902" cy="18459456"/>
          </a:xfrm>
        </p:spPr>
        <p:txBody>
          <a:bodyPr tIns="0"/>
          <a:lstStyle>
            <a:lvl1pPr>
              <a:defRPr sz="10600"/>
            </a:lvl1pPr>
            <a:lvl2pPr>
              <a:defRPr sz="9600"/>
            </a:lvl2pPr>
            <a:lvl3pPr>
              <a:defRPr sz="8600"/>
            </a:lvl3pPr>
            <a:lvl4pPr>
              <a:defRPr sz="7700"/>
            </a:lvl4pPr>
            <a:lvl5pPr>
              <a:defRPr sz="77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22296122" y="12070080"/>
            <a:ext cx="19400520" cy="18459456"/>
          </a:xfrm>
        </p:spPr>
        <p:txBody>
          <a:bodyPr tIns="0"/>
          <a:lstStyle>
            <a:lvl1pPr>
              <a:defRPr sz="10600"/>
            </a:lvl1pPr>
            <a:lvl2pPr>
              <a:defRPr sz="9600"/>
            </a:lvl2pPr>
            <a:lvl3pPr>
              <a:defRPr sz="8600"/>
            </a:lvl3pPr>
            <a:lvl4pPr>
              <a:defRPr sz="7700"/>
            </a:lvl4pPr>
            <a:lvl5pPr>
              <a:defRPr sz="77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50972B2-CA5C-437D-87D0-8081271A9E4B}" type="datetime2">
              <a:rPr lang="en-US" smtClean="0"/>
              <a:t>Monday, May 18, 2026</a:t>
            </a:fld>
            <a:endParaRPr lang="en-US"/>
          </a:p>
        </p:txBody>
      </p:sp>
      <p:sp>
        <p:nvSpPr>
          <p:cNvPr id="8" name="Footer Placeholder 7"/>
          <p:cNvSpPr>
            <a:spLocks noGrp="1"/>
          </p:cNvSpPr>
          <p:nvPr>
            <p:ph type="ftr" sz="quarter" idx="11"/>
          </p:nvPr>
        </p:nvSpPr>
        <p:spPr/>
        <p:txBody>
          <a:bodyPr/>
          <a:lstStyle/>
          <a:p>
            <a:pPr algn="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560" y="3379622"/>
            <a:ext cx="39867840" cy="5486400"/>
          </a:xfrm>
        </p:spPr>
        <p:txBody>
          <a:bodyPr vert="horz" tIns="219456"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24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9CD4847-11EF-4466-A8AD-85CDB7B49118}" type="datetime2">
              <a:rPr lang="en-US" smtClean="0"/>
              <a:t>Monday, May 18, 2026</a:t>
            </a:fld>
            <a:endParaRPr lang="en-US"/>
          </a:p>
        </p:txBody>
      </p:sp>
      <p:sp>
        <p:nvSpPr>
          <p:cNvPr id="4" name="Footer Placeholder 3"/>
          <p:cNvSpPr>
            <a:spLocks noGrp="1"/>
          </p:cNvSpPr>
          <p:nvPr>
            <p:ph type="ftr" sz="quarter" idx="11"/>
          </p:nvPr>
        </p:nvSpPr>
        <p:spPr/>
        <p:txBody>
          <a:bodyPr/>
          <a:lstStyle/>
          <a:p>
            <a:pPr algn="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8457A-3AB9-4880-8A0C-9F8524491207}" type="datetime2">
              <a:rPr lang="en-US" smtClean="0"/>
              <a:t>Monday, May 18, 2026</a:t>
            </a:fld>
            <a:endParaRPr lang="en-US"/>
          </a:p>
        </p:txBody>
      </p:sp>
      <p:sp>
        <p:nvSpPr>
          <p:cNvPr id="3" name="Footer Placeholder 2"/>
          <p:cNvSpPr>
            <a:spLocks noGrp="1"/>
          </p:cNvSpPr>
          <p:nvPr>
            <p:ph type="ftr" sz="quarter" idx="11"/>
          </p:nvPr>
        </p:nvSpPr>
        <p:spPr/>
        <p:txBody>
          <a:bodyPr/>
          <a:lstStyle/>
          <a:p>
            <a:pPr algn="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91840" y="2468890"/>
            <a:ext cx="13167360" cy="5577840"/>
          </a:xfrm>
        </p:spPr>
        <p:txBody>
          <a:bodyPr lIns="0" anchor="b">
            <a:noAutofit/>
          </a:bodyPr>
          <a:lstStyle>
            <a:lvl1pPr algn="l" rtl="0">
              <a:spcBef>
                <a:spcPct val="0"/>
              </a:spcBef>
              <a:buNone/>
              <a:defRPr sz="125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3291840" y="8046720"/>
            <a:ext cx="13167360" cy="21945600"/>
          </a:xfrm>
        </p:spPr>
        <p:txBody>
          <a:bodyPr lIns="87782" rIns="87782"/>
          <a:lstStyle>
            <a:lvl1pPr marL="0" indent="0" algn="l">
              <a:buNone/>
              <a:defRPr sz="6700"/>
            </a:lvl1pPr>
            <a:lvl2pPr indent="0" algn="l">
              <a:buNone/>
              <a:defRPr sz="5800"/>
            </a:lvl2pPr>
            <a:lvl3pPr indent="0" algn="l">
              <a:buNone/>
              <a:defRPr sz="4800"/>
            </a:lvl3pPr>
            <a:lvl4pPr indent="0" algn="l">
              <a:buNone/>
              <a:defRPr sz="4300"/>
            </a:lvl4pPr>
            <a:lvl5pPr indent="0" algn="l">
              <a:buNone/>
              <a:defRPr sz="43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7160240" y="8046720"/>
            <a:ext cx="24536400" cy="21945600"/>
          </a:xfrm>
        </p:spPr>
        <p:txBody>
          <a:bodyPr tIns="0"/>
          <a:lstStyle>
            <a:lvl1pPr>
              <a:defRPr sz="13400"/>
            </a:lvl1pPr>
            <a:lvl2pPr>
              <a:defRPr sz="12500"/>
            </a:lvl2pPr>
            <a:lvl3pPr>
              <a:defRPr sz="11500"/>
            </a:lvl3pPr>
            <a:lvl4pPr>
              <a:defRPr sz="9600"/>
            </a:lvl4pPr>
            <a:lvl5pPr>
              <a:defRPr sz="8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FE976D3-5B7F-4300-ABED-C91F1B2AE209}" type="datetime2">
              <a:rPr lang="en-US" smtClean="0"/>
              <a:t>Monday, May 18,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15195614" y="5318770"/>
            <a:ext cx="25237440" cy="1975104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438912" tIns="219456" rIns="438912" bIns="219456" rtlCol="0" anchor="ctr"/>
          <a:lstStyle/>
          <a:p>
            <a:pPr algn="ctr" eaLnBrk="1" latinLnBrk="0" hangingPunct="1"/>
            <a:endParaRPr kumimoji="0" lang="en-US"/>
          </a:p>
        </p:txBody>
      </p:sp>
      <p:sp>
        <p:nvSpPr>
          <p:cNvPr id="12" name="Right Triangle 11"/>
          <p:cNvSpPr/>
          <p:nvPr/>
        </p:nvSpPr>
        <p:spPr>
          <a:xfrm rot="420000" flipV="1">
            <a:off x="38419843" y="25726891"/>
            <a:ext cx="746150" cy="746150"/>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438912" tIns="219456" rIns="438912" bIns="219456" rtlCol="0" anchor="ctr"/>
          <a:lstStyle/>
          <a:p>
            <a:pPr algn="ctr" eaLnBrk="1" latinLnBrk="0" hangingPunct="1"/>
            <a:endParaRPr kumimoji="0" lang="en-US"/>
          </a:p>
        </p:txBody>
      </p:sp>
      <p:sp>
        <p:nvSpPr>
          <p:cNvPr id="2" name="Title 1"/>
          <p:cNvSpPr>
            <a:spLocks noGrp="1"/>
          </p:cNvSpPr>
          <p:nvPr>
            <p:ph type="title"/>
          </p:nvPr>
        </p:nvSpPr>
        <p:spPr>
          <a:xfrm>
            <a:off x="2926080" y="5649583"/>
            <a:ext cx="10621670" cy="7596581"/>
          </a:xfrm>
        </p:spPr>
        <p:txBody>
          <a:bodyPr vert="horz" lIns="219456" tIns="219456" rIns="219456" bIns="219456" anchor="b"/>
          <a:lstStyle>
            <a:lvl1pPr algn="l">
              <a:buNone/>
              <a:defRPr sz="96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2926080" y="13578168"/>
            <a:ext cx="10607040" cy="10460736"/>
          </a:xfrm>
        </p:spPr>
        <p:txBody>
          <a:bodyPr lIns="307238" rIns="219456" bIns="219456" anchor="t"/>
          <a:lstStyle>
            <a:lvl1pPr marL="0" indent="0" algn="l">
              <a:spcBef>
                <a:spcPts val="1200"/>
              </a:spcBef>
              <a:buFontTx/>
              <a:buNone/>
              <a:defRPr sz="6200"/>
            </a:lvl1pPr>
            <a:lvl2pPr>
              <a:defRPr sz="5800"/>
            </a:lvl2pPr>
            <a:lvl3pPr>
              <a:defRPr sz="4800"/>
            </a:lvl3pPr>
            <a:lvl4pPr>
              <a:defRPr sz="4300"/>
            </a:lvl4pPr>
            <a:lvl5pPr>
              <a:defRPr sz="43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BDC1E59-17DD-41CE-97CA-624A472382D4}" type="datetime2">
              <a:rPr lang="en-US" smtClean="0"/>
              <a:t>Monday, May 18,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a:xfrm>
            <a:off x="38770560" y="30510482"/>
            <a:ext cx="2926080" cy="1752600"/>
          </a:xfrm>
        </p:spPr>
        <p:txBody>
          <a:bodyPr/>
          <a:lstStyle/>
          <a:p>
            <a:fld id="{0CFEC368-1D7A-4F81-ABF6-AE0E36BAF64C}" type="slidenum">
              <a:rPr lang="en-US" smtClean="0"/>
              <a:pPr/>
              <a:t>‹#›</a:t>
            </a:fld>
            <a:endParaRPr lang="en-US"/>
          </a:p>
        </p:txBody>
      </p:sp>
      <p:sp>
        <p:nvSpPr>
          <p:cNvPr id="3" name="Picture Placeholder 2"/>
          <p:cNvSpPr>
            <a:spLocks noGrp="1"/>
          </p:cNvSpPr>
          <p:nvPr>
            <p:ph type="pic" idx="1"/>
          </p:nvPr>
        </p:nvSpPr>
        <p:spPr>
          <a:xfrm rot="420000">
            <a:off x="16731806" y="5757682"/>
            <a:ext cx="22165056" cy="18873216"/>
          </a:xfrm>
          <a:prstGeom prst="rect">
            <a:avLst/>
          </a:prstGeom>
          <a:solidFill>
            <a:schemeClr val="bg2"/>
          </a:solidFill>
          <a:ln w="3000" cap="rnd">
            <a:solidFill>
              <a:srgbClr val="C0C0C0"/>
            </a:solidFill>
            <a:round/>
          </a:ln>
          <a:effectLst/>
        </p:spPr>
        <p:txBody>
          <a:bodyPr/>
          <a:lstStyle>
            <a:lvl1pPr marL="0" indent="0">
              <a:buNone/>
              <a:defRPr sz="15400"/>
            </a:lvl1pPr>
          </a:lstStyle>
          <a:p>
            <a:r>
              <a:rPr kumimoji="0" lang="en-US"/>
              <a:t>Click icon to add picture</a:t>
            </a:r>
            <a:endParaRPr kumimoji="0" lang="en-US" dirty="0"/>
          </a:p>
        </p:txBody>
      </p:sp>
      <p:sp>
        <p:nvSpPr>
          <p:cNvPr id="10" name="Freeform 9"/>
          <p:cNvSpPr>
            <a:spLocks/>
          </p:cNvSpPr>
          <p:nvPr/>
        </p:nvSpPr>
        <p:spPr bwMode="auto">
          <a:xfrm flipV="1">
            <a:off x="-45720" y="27919680"/>
            <a:ext cx="43982640" cy="499872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438912" tIns="219456" rIns="438912" bIns="219456"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21031200" y="29855162"/>
            <a:ext cx="22860000" cy="3063240"/>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438912" tIns="219456" rIns="438912" bIns="219456"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C057FC-95B6-4D89-AFDA-ABA33EE921E5}" type="datetime2">
              <a:rPr lang="en-US" smtClean="0"/>
              <a:t>Monday, May 18,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4389127"/>
            <a:ext cx="9875520" cy="25016462"/>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2194560" y="4389127"/>
            <a:ext cx="28895040" cy="25016462"/>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C4549AC-EB31-477F-92A9-B1988E232878}" type="datetime2">
              <a:rPr lang="en-US" smtClean="0"/>
              <a:t>Monday, May 18,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45720" y="-34291"/>
            <a:ext cx="43982640" cy="499872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438912" tIns="219456" rIns="438912" bIns="219456"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21031200" y="-34289"/>
            <a:ext cx="22860000" cy="3063240"/>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438912" tIns="219456" rIns="438912" bIns="219456"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2194560" y="3379622"/>
            <a:ext cx="39502080" cy="5486400"/>
          </a:xfrm>
          <a:prstGeom prst="rect">
            <a:avLst/>
          </a:prstGeom>
        </p:spPr>
        <p:txBody>
          <a:bodyPr vert="horz" lIns="0" tIns="219456" rIns="0" bIns="0" anchor="b">
            <a:normAutofit/>
          </a:bodyPr>
          <a:lstStyle/>
          <a:p>
            <a:r>
              <a:rPr kumimoji="0" lang="en-US"/>
              <a:t>Click to edit Master title style</a:t>
            </a:r>
          </a:p>
        </p:txBody>
      </p:sp>
      <p:sp>
        <p:nvSpPr>
          <p:cNvPr id="30" name="Text Placeholder 29"/>
          <p:cNvSpPr>
            <a:spLocks noGrp="1"/>
          </p:cNvSpPr>
          <p:nvPr>
            <p:ph type="body" idx="1"/>
          </p:nvPr>
        </p:nvSpPr>
        <p:spPr>
          <a:xfrm>
            <a:off x="2194560" y="9290304"/>
            <a:ext cx="39502080" cy="21067776"/>
          </a:xfrm>
          <a:prstGeom prst="rect">
            <a:avLst/>
          </a:prstGeom>
        </p:spPr>
        <p:txBody>
          <a:bodyPr vert="horz" lIns="438912" tIns="219456" rIns="438912" bIns="219456">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2194560" y="30510482"/>
            <a:ext cx="10241280" cy="1752600"/>
          </a:xfrm>
          <a:prstGeom prst="rect">
            <a:avLst/>
          </a:prstGeom>
        </p:spPr>
        <p:txBody>
          <a:bodyPr vert="horz" lIns="0" tIns="0" rIns="0" bIns="0" anchor="b"/>
          <a:lstStyle>
            <a:lvl1pPr algn="l" eaLnBrk="1" latinLnBrk="0" hangingPunct="1">
              <a:defRPr kumimoji="0" sz="5800">
                <a:solidFill>
                  <a:schemeClr val="tx2">
                    <a:shade val="90000"/>
                  </a:schemeClr>
                </a:solidFill>
              </a:defRPr>
            </a:lvl1pPr>
          </a:lstStyle>
          <a:p>
            <a:fld id="{A80CB818-7379-467D-8E76-EF9D9074A26C}" type="datetime2">
              <a:rPr lang="en-US" smtClean="0"/>
              <a:t>Monday, May 18, 2026</a:t>
            </a:fld>
            <a:endParaRPr lang="en-US" dirty="0"/>
          </a:p>
        </p:txBody>
      </p:sp>
      <p:sp>
        <p:nvSpPr>
          <p:cNvPr id="22" name="Footer Placeholder 21"/>
          <p:cNvSpPr>
            <a:spLocks noGrp="1"/>
          </p:cNvSpPr>
          <p:nvPr>
            <p:ph type="ftr" sz="quarter" idx="3"/>
          </p:nvPr>
        </p:nvSpPr>
        <p:spPr>
          <a:xfrm>
            <a:off x="12801600" y="30510482"/>
            <a:ext cx="16093440" cy="1752600"/>
          </a:xfrm>
          <a:prstGeom prst="rect">
            <a:avLst/>
          </a:prstGeom>
        </p:spPr>
        <p:txBody>
          <a:bodyPr vert="horz" lIns="0" tIns="0" rIns="0" bIns="0" anchor="b"/>
          <a:lstStyle>
            <a:lvl1pPr algn="l" eaLnBrk="1" latinLnBrk="0" hangingPunct="1">
              <a:defRPr kumimoji="0" sz="5800">
                <a:solidFill>
                  <a:schemeClr val="tx2">
                    <a:shade val="90000"/>
                  </a:schemeClr>
                </a:solidFill>
              </a:defRPr>
            </a:lvl1pPr>
          </a:lstStyle>
          <a:p>
            <a:pPr algn="r"/>
            <a:endParaRPr lang="en-US" dirty="0"/>
          </a:p>
        </p:txBody>
      </p:sp>
      <p:sp>
        <p:nvSpPr>
          <p:cNvPr id="18" name="Slide Number Placeholder 17"/>
          <p:cNvSpPr>
            <a:spLocks noGrp="1"/>
          </p:cNvSpPr>
          <p:nvPr>
            <p:ph type="sldNum" sz="quarter" idx="4"/>
          </p:nvPr>
        </p:nvSpPr>
        <p:spPr>
          <a:xfrm>
            <a:off x="38039040" y="30510482"/>
            <a:ext cx="3657600" cy="1752600"/>
          </a:xfrm>
          <a:prstGeom prst="rect">
            <a:avLst/>
          </a:prstGeom>
        </p:spPr>
        <p:txBody>
          <a:bodyPr vert="horz" lIns="0" tIns="0" rIns="0" bIns="0" anchor="b"/>
          <a:lstStyle>
            <a:lvl1pPr algn="r" eaLnBrk="1" latinLnBrk="0" hangingPunct="1">
              <a:defRPr kumimoji="0" sz="5800">
                <a:solidFill>
                  <a:schemeClr val="tx2">
                    <a:shade val="90000"/>
                  </a:schemeClr>
                </a:solidFill>
              </a:defRPr>
            </a:lvl1pPr>
          </a:lstStyle>
          <a:p>
            <a:fld id="{0CFEC368-1D7A-4F81-ABF6-AE0E36BAF64C}" type="slidenum">
              <a:rPr lang="en-US" smtClean="0"/>
              <a:pPr/>
              <a:t>‹#›</a:t>
            </a:fld>
            <a:endParaRPr lang="en-US" dirty="0"/>
          </a:p>
        </p:txBody>
      </p:sp>
      <p:grpSp>
        <p:nvGrpSpPr>
          <p:cNvPr id="2" name="Group 1"/>
          <p:cNvGrpSpPr/>
          <p:nvPr/>
        </p:nvGrpSpPr>
        <p:grpSpPr>
          <a:xfrm>
            <a:off x="-91281" y="971559"/>
            <a:ext cx="44066630" cy="3116275"/>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24000" b="0" kern="1200">
          <a:ln>
            <a:noFill/>
          </a:ln>
          <a:solidFill>
            <a:schemeClr val="tx2"/>
          </a:solidFill>
          <a:effectLst/>
          <a:latin typeface="+mj-lt"/>
          <a:ea typeface="+mj-ea"/>
          <a:cs typeface="+mj-cs"/>
        </a:defRPr>
      </a:lvl1pPr>
    </p:titleStyle>
    <p:bodyStyle>
      <a:lvl1pPr marL="1316736" indent="-1316736" algn="l" rtl="0" eaLnBrk="1" latinLnBrk="0" hangingPunct="1">
        <a:spcBef>
          <a:spcPct val="20000"/>
        </a:spcBef>
        <a:buClr>
          <a:schemeClr val="accent3"/>
        </a:buClr>
        <a:buSzPct val="95000"/>
        <a:buFont typeface="Wingdings 2"/>
        <a:buChar char=""/>
        <a:defRPr kumimoji="0" sz="12500" kern="1200">
          <a:solidFill>
            <a:schemeClr val="tx1"/>
          </a:solidFill>
          <a:latin typeface="+mn-lt"/>
          <a:ea typeface="+mn-ea"/>
          <a:cs typeface="+mn-cs"/>
        </a:defRPr>
      </a:lvl1pPr>
      <a:lvl2pPr marL="3072384" indent="-1185062" algn="l" rtl="0" eaLnBrk="1" latinLnBrk="0" hangingPunct="1">
        <a:spcBef>
          <a:spcPct val="20000"/>
        </a:spcBef>
        <a:buClr>
          <a:schemeClr val="accent1"/>
        </a:buClr>
        <a:buSzPct val="85000"/>
        <a:buFont typeface="Wingdings 2"/>
        <a:buChar char=""/>
        <a:defRPr kumimoji="0" sz="11500" kern="1200">
          <a:solidFill>
            <a:schemeClr val="tx1"/>
          </a:solidFill>
          <a:latin typeface="+mn-lt"/>
          <a:ea typeface="+mn-ea"/>
          <a:cs typeface="+mn-cs"/>
        </a:defRPr>
      </a:lvl2pPr>
      <a:lvl3pPr marL="4389120" indent="-1185062" algn="l" rtl="0" eaLnBrk="1" latinLnBrk="0" hangingPunct="1">
        <a:spcBef>
          <a:spcPct val="20000"/>
        </a:spcBef>
        <a:buClr>
          <a:schemeClr val="accent2"/>
        </a:buClr>
        <a:buSzPct val="70000"/>
        <a:buFont typeface="Wingdings 2"/>
        <a:buChar char=""/>
        <a:defRPr kumimoji="0" sz="10100" kern="1200">
          <a:solidFill>
            <a:schemeClr val="tx1"/>
          </a:solidFill>
          <a:latin typeface="+mn-lt"/>
          <a:ea typeface="+mn-ea"/>
          <a:cs typeface="+mn-cs"/>
        </a:defRPr>
      </a:lvl3pPr>
      <a:lvl4pPr marL="5705856" indent="-1009498" algn="l" rtl="0" eaLnBrk="1" latinLnBrk="0" hangingPunct="1">
        <a:spcBef>
          <a:spcPct val="20000"/>
        </a:spcBef>
        <a:buClr>
          <a:schemeClr val="accent3"/>
        </a:buClr>
        <a:buSzPct val="65000"/>
        <a:buFont typeface="Wingdings 2"/>
        <a:buChar char=""/>
        <a:defRPr kumimoji="0" sz="9600" kern="1200">
          <a:solidFill>
            <a:schemeClr val="tx1"/>
          </a:solidFill>
          <a:latin typeface="+mn-lt"/>
          <a:ea typeface="+mn-ea"/>
          <a:cs typeface="+mn-cs"/>
        </a:defRPr>
      </a:lvl4pPr>
      <a:lvl5pPr marL="7022592" indent="-1009498" algn="l" rtl="0" eaLnBrk="1" latinLnBrk="0" hangingPunct="1">
        <a:spcBef>
          <a:spcPct val="20000"/>
        </a:spcBef>
        <a:buClr>
          <a:schemeClr val="accent4"/>
        </a:buClr>
        <a:buSzPct val="65000"/>
        <a:buFont typeface="Wingdings 2"/>
        <a:buChar char=""/>
        <a:defRPr kumimoji="0" sz="9600" kern="1200">
          <a:solidFill>
            <a:schemeClr val="tx1"/>
          </a:solidFill>
          <a:latin typeface="+mn-lt"/>
          <a:ea typeface="+mn-ea"/>
          <a:cs typeface="+mn-cs"/>
        </a:defRPr>
      </a:lvl5pPr>
      <a:lvl6pPr marL="8339328" indent="-1009498" algn="l" rtl="0" eaLnBrk="1" latinLnBrk="0" hangingPunct="1">
        <a:spcBef>
          <a:spcPct val="20000"/>
        </a:spcBef>
        <a:buClr>
          <a:schemeClr val="accent5"/>
        </a:buClr>
        <a:buSzPct val="80000"/>
        <a:buFont typeface="Wingdings 2"/>
        <a:buChar char=""/>
        <a:defRPr kumimoji="0" sz="8600" kern="1200">
          <a:solidFill>
            <a:schemeClr val="tx1"/>
          </a:solidFill>
          <a:latin typeface="+mn-lt"/>
          <a:ea typeface="+mn-ea"/>
          <a:cs typeface="+mn-cs"/>
        </a:defRPr>
      </a:lvl6pPr>
      <a:lvl7pPr marL="9217152" indent="-877824" algn="l" rtl="0" eaLnBrk="1" latinLnBrk="0" hangingPunct="1">
        <a:spcBef>
          <a:spcPct val="20000"/>
        </a:spcBef>
        <a:buClr>
          <a:schemeClr val="accent6"/>
        </a:buClr>
        <a:buSzPct val="80000"/>
        <a:buFont typeface="Wingdings 2"/>
        <a:buChar char=""/>
        <a:defRPr kumimoji="0" sz="7700" kern="1200" baseline="0">
          <a:solidFill>
            <a:schemeClr val="tx1"/>
          </a:solidFill>
          <a:latin typeface="+mn-lt"/>
          <a:ea typeface="+mn-ea"/>
          <a:cs typeface="+mn-cs"/>
        </a:defRPr>
      </a:lvl7pPr>
      <a:lvl8pPr marL="10533888" indent="-877824" algn="l" rtl="0" eaLnBrk="1" latinLnBrk="0" hangingPunct="1">
        <a:spcBef>
          <a:spcPct val="20000"/>
        </a:spcBef>
        <a:buClr>
          <a:schemeClr val="tx2"/>
        </a:buClr>
        <a:buChar char="•"/>
        <a:defRPr kumimoji="0" sz="7700" kern="1200">
          <a:solidFill>
            <a:schemeClr val="tx1"/>
          </a:solidFill>
          <a:latin typeface="+mn-lt"/>
          <a:ea typeface="+mn-ea"/>
          <a:cs typeface="+mn-cs"/>
        </a:defRPr>
      </a:lvl8pPr>
      <a:lvl9pPr marL="11850624" indent="-877824" algn="l" rtl="0" eaLnBrk="1" latinLnBrk="0" hangingPunct="1">
        <a:spcBef>
          <a:spcPct val="20000"/>
        </a:spcBef>
        <a:buClr>
          <a:schemeClr val="tx2"/>
        </a:buClr>
        <a:buFontTx/>
        <a:buChar char="•"/>
        <a:defRPr kumimoji="0" sz="67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194560" algn="l" rtl="0" eaLnBrk="1" latinLnBrk="0" hangingPunct="1">
        <a:defRPr kumimoji="0" kern="1200">
          <a:solidFill>
            <a:schemeClr val="tx1"/>
          </a:solidFill>
          <a:latin typeface="+mn-lt"/>
          <a:ea typeface="+mn-ea"/>
          <a:cs typeface="+mn-cs"/>
        </a:defRPr>
      </a:lvl2pPr>
      <a:lvl3pPr marL="4389120" algn="l" rtl="0" eaLnBrk="1" latinLnBrk="0" hangingPunct="1">
        <a:defRPr kumimoji="0" kern="1200">
          <a:solidFill>
            <a:schemeClr val="tx1"/>
          </a:solidFill>
          <a:latin typeface="+mn-lt"/>
          <a:ea typeface="+mn-ea"/>
          <a:cs typeface="+mn-cs"/>
        </a:defRPr>
      </a:lvl3pPr>
      <a:lvl4pPr marL="6583680" algn="l" rtl="0" eaLnBrk="1" latinLnBrk="0" hangingPunct="1">
        <a:defRPr kumimoji="0" kern="1200">
          <a:solidFill>
            <a:schemeClr val="tx1"/>
          </a:solidFill>
          <a:latin typeface="+mn-lt"/>
          <a:ea typeface="+mn-ea"/>
          <a:cs typeface="+mn-cs"/>
        </a:defRPr>
      </a:lvl4pPr>
      <a:lvl5pPr marL="8778240" algn="l" rtl="0" eaLnBrk="1" latinLnBrk="0" hangingPunct="1">
        <a:defRPr kumimoji="0" kern="1200">
          <a:solidFill>
            <a:schemeClr val="tx1"/>
          </a:solidFill>
          <a:latin typeface="+mn-lt"/>
          <a:ea typeface="+mn-ea"/>
          <a:cs typeface="+mn-cs"/>
        </a:defRPr>
      </a:lvl5pPr>
      <a:lvl6pPr marL="10972800" algn="l" rtl="0" eaLnBrk="1" latinLnBrk="0" hangingPunct="1">
        <a:defRPr kumimoji="0" kern="1200">
          <a:solidFill>
            <a:schemeClr val="tx1"/>
          </a:solidFill>
          <a:latin typeface="+mn-lt"/>
          <a:ea typeface="+mn-ea"/>
          <a:cs typeface="+mn-cs"/>
        </a:defRPr>
      </a:lvl6pPr>
      <a:lvl7pPr marL="13167360" algn="l" rtl="0" eaLnBrk="1" latinLnBrk="0" hangingPunct="1">
        <a:defRPr kumimoji="0" kern="1200">
          <a:solidFill>
            <a:schemeClr val="tx1"/>
          </a:solidFill>
          <a:latin typeface="+mn-lt"/>
          <a:ea typeface="+mn-ea"/>
          <a:cs typeface="+mn-cs"/>
        </a:defRPr>
      </a:lvl7pPr>
      <a:lvl8pPr marL="15361920" algn="l" rtl="0" eaLnBrk="1" latinLnBrk="0" hangingPunct="1">
        <a:defRPr kumimoji="0" kern="1200">
          <a:solidFill>
            <a:schemeClr val="tx1"/>
          </a:solidFill>
          <a:latin typeface="+mn-lt"/>
          <a:ea typeface="+mn-ea"/>
          <a:cs typeface="+mn-cs"/>
        </a:defRPr>
      </a:lvl8pPr>
      <a:lvl9pPr marL="1755648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solidFill>
          <a:srgbClr val="2D3C50"/>
        </a:solidFill>
        <a:effectLst/>
      </p:bgPr>
    </p:bg>
    <p:spTree>
      <p:nvGrpSpPr>
        <p:cNvPr id="1" name=""/>
        <p:cNvGrpSpPr/>
        <p:nvPr/>
      </p:nvGrpSpPr>
      <p:grpSpPr>
        <a:xfrm>
          <a:off x="0" y="0"/>
          <a:ext cx="0" cy="0"/>
          <a:chOff x="0" y="0"/>
          <a:chExt cx="0" cy="0"/>
        </a:xfrm>
      </p:grpSpPr>
      <p:sp>
        <p:nvSpPr>
          <p:cNvPr id="70" name="Text Placeholder 5">
            <a:extLst>
              <a:ext uri="{FF2B5EF4-FFF2-40B4-BE49-F238E27FC236}">
                <a16:creationId xmlns:a16="http://schemas.microsoft.com/office/drawing/2014/main" id="{425621FB-070F-446E-BA36-4A66EBF8DEF2}"/>
              </a:ext>
            </a:extLst>
          </p:cNvPr>
          <p:cNvSpPr txBox="1"/>
          <p:nvPr/>
        </p:nvSpPr>
        <p:spPr>
          <a:xfrm>
            <a:off x="3657600" y="1150965"/>
            <a:ext cx="36576000" cy="2937442"/>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3760483">
              <a:spcBef>
                <a:spcPct val="20000"/>
              </a:spcBef>
              <a:defRPr/>
            </a:pPr>
            <a:endParaRPr lang="en-US" sz="8600" b="1" dirty="0">
              <a:solidFill>
                <a:schemeClr val="bg1"/>
              </a:solidFill>
              <a:effectLst/>
              <a:latin typeface="Quattrocento" panose="02020802030000000404" pitchFamily="18" charset="0"/>
            </a:endParaRPr>
          </a:p>
        </p:txBody>
      </p:sp>
      <p:sp>
        <p:nvSpPr>
          <p:cNvPr id="71" name="Text Placeholder 5">
            <a:extLst>
              <a:ext uri="{FF2B5EF4-FFF2-40B4-BE49-F238E27FC236}">
                <a16:creationId xmlns:a16="http://schemas.microsoft.com/office/drawing/2014/main" id="{3A3E55C8-5130-4258-80B1-064CE3FDB621}"/>
              </a:ext>
            </a:extLst>
          </p:cNvPr>
          <p:cNvSpPr txBox="1"/>
          <p:nvPr/>
        </p:nvSpPr>
        <p:spPr>
          <a:xfrm>
            <a:off x="631604" y="4057253"/>
            <a:ext cx="42878596" cy="5176802"/>
          </a:xfrm>
          <a:prstGeom prst="rect">
            <a:avLst/>
          </a:prstGeom>
        </p:spPr>
        <p:txBody>
          <a:bodyPr wrap="square"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endParaRPr lang="en-US" sz="5800" dirty="0">
              <a:solidFill>
                <a:schemeClr val="bg1"/>
              </a:solidFill>
              <a:effectLst/>
              <a:latin typeface="Quattrocento" panose="02020802030000000404" pitchFamily="18" charset="0"/>
              <a:cs typeface="Arial" pitchFamily="34" charset="0"/>
            </a:endParaRPr>
          </a:p>
          <a:p>
            <a:pPr>
              <a:defRPr/>
            </a:pPr>
            <a:r>
              <a:rPr lang="en-US" sz="5800" b="1" dirty="0">
                <a:solidFill>
                  <a:schemeClr val="bg1"/>
                </a:solidFill>
                <a:effectLst/>
                <a:latin typeface="Times New Roman" pitchFamily="18" charset="0"/>
                <a:cs typeface="Times New Roman" pitchFamily="18" charset="0"/>
              </a:rPr>
              <a:t>Project Title: Market Demand Prediction Using LR and SVM                                                    Under Guidance : Dr. Manjunath C R</a:t>
            </a:r>
          </a:p>
          <a:p>
            <a:pPr>
              <a:defRPr/>
            </a:pPr>
            <a:r>
              <a:rPr lang="en-US" sz="5800" b="1" dirty="0">
                <a:solidFill>
                  <a:schemeClr val="bg1"/>
                </a:solidFill>
                <a:effectLst/>
                <a:latin typeface="Times New Roman" pitchFamily="18" charset="0"/>
                <a:cs typeface="Times New Roman" pitchFamily="18" charset="0"/>
              </a:rPr>
              <a:t>Students Name: Ranna, Shakthi Vel K, Veeru Gowda G R</a:t>
            </a:r>
          </a:p>
          <a:p>
            <a:pPr>
              <a:defRPr/>
            </a:pPr>
            <a:r>
              <a:rPr lang="en-US" sz="5800" b="1" dirty="0">
                <a:solidFill>
                  <a:schemeClr val="bg1"/>
                </a:solidFill>
                <a:effectLst/>
                <a:latin typeface="Times New Roman" pitchFamily="18" charset="0"/>
                <a:cs typeface="Times New Roman" pitchFamily="18" charset="0"/>
              </a:rPr>
              <a:t>Students USN:1GA23CS135, 1GA23CS151, 1GA23CS191</a:t>
            </a:r>
          </a:p>
          <a:p>
            <a:pPr algn="ctr">
              <a:defRPr/>
            </a:pPr>
            <a:endParaRPr lang="en-US" sz="5800" b="1" dirty="0">
              <a:solidFill>
                <a:schemeClr val="bg1"/>
              </a:solidFill>
              <a:effectLst/>
              <a:latin typeface="Times New Roman" pitchFamily="18" charset="0"/>
              <a:cs typeface="Times New Roman" pitchFamily="18" charset="0"/>
            </a:endParaRPr>
          </a:p>
        </p:txBody>
      </p:sp>
      <p:sp>
        <p:nvSpPr>
          <p:cNvPr id="75" name="Rectangle 74">
            <a:extLst>
              <a:ext uri="{FF2B5EF4-FFF2-40B4-BE49-F238E27FC236}">
                <a16:creationId xmlns:a16="http://schemas.microsoft.com/office/drawing/2014/main" id="{C24D4BC5-5256-4C2E-B3FB-87EA69B63AF3}"/>
              </a:ext>
            </a:extLst>
          </p:cNvPr>
          <p:cNvSpPr/>
          <p:nvPr/>
        </p:nvSpPr>
        <p:spPr>
          <a:xfrm>
            <a:off x="717310" y="9445351"/>
            <a:ext cx="10541080" cy="78889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0" rIns="91426" bIns="45710" rtlCol="0" anchor="ctr"/>
          <a:lstStyle>
            <a:defPPr>
              <a:defRPr kern="1200"/>
            </a:defPPr>
          </a:lstStyle>
          <a:p>
            <a:pPr algn="just"/>
            <a:r>
              <a:rPr lang="en-US" sz="3400" dirty="0">
                <a:solidFill>
                  <a:schemeClr val="tx1"/>
                </a:solidFill>
                <a:latin typeface="Constantia (Body)"/>
                <a:cs typeface="Times New Roman" panose="02020603050405020304" pitchFamily="18" charset="0"/>
              </a:rPr>
              <a:t>The rapid growth of e-commerce and FMCG industries has increased the need for accurate demand forecasting systems for inventory and business management. This project proposes a Machine Learning-based demand forecasting system using Linear Regression and Support Vector Machine (SVM). The dataset collected from Kaggle contains pricing, sales, and customer-related features. The system performs preprocessing, feature selection, model training, evaluation, and prediction generation. Final predictions are generated by averaging both model outputs to improve forecasting reliability. The proposed system achieved reliable performance using metrics such as Accuracy, Precision, Recall, MAE, RMSE, and R² Score.</a:t>
            </a:r>
          </a:p>
        </p:txBody>
      </p:sp>
      <p:sp>
        <p:nvSpPr>
          <p:cNvPr id="74" name="Rectangle 10">
            <a:extLst>
              <a:ext uri="{FF2B5EF4-FFF2-40B4-BE49-F238E27FC236}">
                <a16:creationId xmlns:a16="http://schemas.microsoft.com/office/drawing/2014/main" id="{4EDA12B6-07B5-44F9-8F8B-E1BE66469DB6}"/>
              </a:ext>
            </a:extLst>
          </p:cNvPr>
          <p:cNvSpPr>
            <a:spLocks noChangeArrowheads="1"/>
          </p:cNvSpPr>
          <p:nvPr/>
        </p:nvSpPr>
        <p:spPr bwMode="auto">
          <a:xfrm>
            <a:off x="717310" y="8609814"/>
            <a:ext cx="10566480" cy="787432"/>
          </a:xfrm>
          <a:prstGeom prst="snipRoundRect">
            <a:avLst>
              <a:gd name="adj1" fmla="val 0"/>
              <a:gd name="adj2" fmla="val 50000"/>
            </a:avLst>
          </a:prstGeom>
          <a:solidFill>
            <a:srgbClr val="3684A0"/>
          </a:solidFill>
          <a:ln w="12700">
            <a:noFill/>
            <a:miter lim="800000"/>
          </a:ln>
        </p:spPr>
        <p:txBody>
          <a:bodyPr wrap="none" lIns="274277" tIns="73142" rIns="274277" bIns="68554" anchor="ctr" anchorCtr="0"/>
          <a:lstStyle>
            <a:defPPr>
              <a:defRPr kern="1200"/>
            </a:defPPr>
          </a:lstStyle>
          <a:p>
            <a:pPr defTabSz="4701835">
              <a:defRPr/>
            </a:pPr>
            <a:r>
              <a:rPr lang="en-US" sz="4000" b="1" dirty="0">
                <a:solidFill>
                  <a:schemeClr val="bg1"/>
                </a:solidFill>
                <a:effectLst/>
                <a:latin typeface="Quattrocento" panose="02020802030000000404" pitchFamily="18" charset="0"/>
              </a:rPr>
              <a:t>Abstract</a:t>
            </a:r>
          </a:p>
        </p:txBody>
      </p:sp>
      <p:sp>
        <p:nvSpPr>
          <p:cNvPr id="79" name="Rectangle 78">
            <a:extLst>
              <a:ext uri="{FF2B5EF4-FFF2-40B4-BE49-F238E27FC236}">
                <a16:creationId xmlns:a16="http://schemas.microsoft.com/office/drawing/2014/main" id="{0F831EE1-8866-4A3E-8CAB-8624A11FF145}"/>
              </a:ext>
            </a:extLst>
          </p:cNvPr>
          <p:cNvSpPr/>
          <p:nvPr/>
        </p:nvSpPr>
        <p:spPr>
          <a:xfrm>
            <a:off x="11682932" y="9386930"/>
            <a:ext cx="31516358" cy="134515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0" rIns="91426" bIns="45710" rtlCol="0" anchor="ctr"/>
          <a:lstStyle>
            <a:defPPr>
              <a:defRPr kern="1200"/>
            </a:defPPr>
          </a:lstStyle>
          <a:p>
            <a:pPr algn="just"/>
            <a:endParaRPr lang="en-US" sz="3600" dirty="0">
              <a:solidFill>
                <a:schemeClr val="tx1"/>
              </a:solidFill>
              <a:latin typeface="+mj-lt"/>
            </a:endParaRPr>
          </a:p>
        </p:txBody>
      </p:sp>
      <p:sp>
        <p:nvSpPr>
          <p:cNvPr id="81" name="Rectangle 10">
            <a:extLst>
              <a:ext uri="{FF2B5EF4-FFF2-40B4-BE49-F238E27FC236}">
                <a16:creationId xmlns:a16="http://schemas.microsoft.com/office/drawing/2014/main" id="{868B6862-5CC5-4906-AC03-EA9661AD1346}"/>
              </a:ext>
            </a:extLst>
          </p:cNvPr>
          <p:cNvSpPr>
            <a:spLocks noChangeArrowheads="1"/>
          </p:cNvSpPr>
          <p:nvPr/>
        </p:nvSpPr>
        <p:spPr bwMode="auto">
          <a:xfrm>
            <a:off x="11682933" y="8518757"/>
            <a:ext cx="10058400" cy="873302"/>
          </a:xfrm>
          <a:prstGeom prst="snipRoundRect">
            <a:avLst>
              <a:gd name="adj1" fmla="val 0"/>
              <a:gd name="adj2" fmla="val 50000"/>
            </a:avLst>
          </a:prstGeom>
          <a:solidFill>
            <a:srgbClr val="664F93"/>
          </a:solidFill>
          <a:ln w="12700">
            <a:noFill/>
            <a:miter lim="800000"/>
          </a:ln>
        </p:spPr>
        <p:txBody>
          <a:bodyPr wrap="none" lIns="274277" tIns="73142" rIns="274277" bIns="68554" anchor="ctr" anchorCtr="0"/>
          <a:lstStyle>
            <a:defPPr>
              <a:defRPr kern="1200"/>
            </a:defPPr>
          </a:lstStyle>
          <a:p>
            <a:pPr defTabSz="4701835">
              <a:defRPr/>
            </a:pPr>
            <a:r>
              <a:rPr lang="en-US" sz="3400" b="1" dirty="0">
                <a:solidFill>
                  <a:schemeClr val="bg1"/>
                </a:solidFill>
                <a:effectLst/>
                <a:latin typeface="Quattrocento" panose="02020802030000000404" pitchFamily="18" charset="0"/>
              </a:rPr>
              <a:t>System Architecture</a:t>
            </a:r>
          </a:p>
        </p:txBody>
      </p:sp>
      <p:sp>
        <p:nvSpPr>
          <p:cNvPr id="82" name="Rectangle 81">
            <a:extLst>
              <a:ext uri="{FF2B5EF4-FFF2-40B4-BE49-F238E27FC236}">
                <a16:creationId xmlns:a16="http://schemas.microsoft.com/office/drawing/2014/main" id="{D026A6A3-D6D2-4951-8B04-EF51015D25DB}"/>
              </a:ext>
            </a:extLst>
          </p:cNvPr>
          <p:cNvSpPr/>
          <p:nvPr/>
        </p:nvSpPr>
        <p:spPr>
          <a:xfrm>
            <a:off x="11682933" y="24157007"/>
            <a:ext cx="16459199" cy="83291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0" rIns="91426" bIns="45710" rtlCol="0" anchor="ctr"/>
          <a:lstStyle>
            <a:defPPr>
              <a:defRPr kern="1200"/>
            </a:defPPr>
          </a:lstStyle>
          <a:p>
            <a:pPr algn="ctr"/>
            <a:endParaRPr lang="en-US" sz="9600">
              <a:latin typeface="+mj-lt"/>
            </a:endParaRPr>
          </a:p>
        </p:txBody>
      </p:sp>
      <p:sp>
        <p:nvSpPr>
          <p:cNvPr id="84" name="Rectangle 10">
            <a:extLst>
              <a:ext uri="{FF2B5EF4-FFF2-40B4-BE49-F238E27FC236}">
                <a16:creationId xmlns:a16="http://schemas.microsoft.com/office/drawing/2014/main" id="{3D96BB99-3F6E-4E73-BA6B-A122D83B12A2}"/>
              </a:ext>
            </a:extLst>
          </p:cNvPr>
          <p:cNvSpPr>
            <a:spLocks noChangeArrowheads="1"/>
          </p:cNvSpPr>
          <p:nvPr/>
        </p:nvSpPr>
        <p:spPr bwMode="auto">
          <a:xfrm>
            <a:off x="11682933" y="23301054"/>
            <a:ext cx="10058400" cy="873302"/>
          </a:xfrm>
          <a:prstGeom prst="snipRoundRect">
            <a:avLst>
              <a:gd name="adj1" fmla="val 0"/>
              <a:gd name="adj2" fmla="val 50000"/>
            </a:avLst>
          </a:prstGeom>
          <a:solidFill>
            <a:srgbClr val="664F93"/>
          </a:solidFill>
          <a:ln w="12700">
            <a:noFill/>
            <a:miter lim="800000"/>
          </a:ln>
        </p:spPr>
        <p:txBody>
          <a:bodyPr wrap="none" lIns="274277" tIns="73142" rIns="274277" bIns="68554" anchor="ctr" anchorCtr="0"/>
          <a:lstStyle>
            <a:defPPr>
              <a:defRPr kern="1200"/>
            </a:defPPr>
          </a:lstStyle>
          <a:p>
            <a:pPr defTabSz="4701835">
              <a:defRPr/>
            </a:pPr>
            <a:r>
              <a:rPr lang="en-US" sz="3400" b="1" dirty="0">
                <a:solidFill>
                  <a:schemeClr val="bg1"/>
                </a:solidFill>
                <a:effectLst/>
                <a:latin typeface="Quattrocento" panose="02020802030000000404" pitchFamily="18" charset="0"/>
              </a:rPr>
              <a:t>Results</a:t>
            </a:r>
          </a:p>
        </p:txBody>
      </p:sp>
      <p:sp>
        <p:nvSpPr>
          <p:cNvPr id="85" name="Rectangle 84">
            <a:extLst>
              <a:ext uri="{FF2B5EF4-FFF2-40B4-BE49-F238E27FC236}">
                <a16:creationId xmlns:a16="http://schemas.microsoft.com/office/drawing/2014/main" id="{19BFD724-D51D-4DD6-A93A-40ABEA405C90}"/>
              </a:ext>
            </a:extLst>
          </p:cNvPr>
          <p:cNvSpPr/>
          <p:nvPr/>
        </p:nvSpPr>
        <p:spPr>
          <a:xfrm>
            <a:off x="28489360" y="24208243"/>
            <a:ext cx="14932742" cy="81773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0" rIns="91426" bIns="45710" rtlCol="0" anchor="ctr"/>
          <a:lstStyle>
            <a:defPPr>
              <a:defRPr kern="1200"/>
            </a:defPPr>
          </a:lstStyle>
          <a:p>
            <a:pPr algn="just"/>
            <a:endParaRPr lang="en-US" sz="3600" dirty="0">
              <a:solidFill>
                <a:schemeClr val="tx1"/>
              </a:solidFill>
            </a:endParaRPr>
          </a:p>
          <a:p>
            <a:pPr algn="just"/>
            <a:r>
              <a:rPr lang="en-US" sz="3600" dirty="0">
                <a:solidFill>
                  <a:schemeClr val="tx1"/>
                </a:solidFill>
              </a:rPr>
              <a:t>The project successfully implemented a Machine Learning-based demand forecasting system for e-commerce and FMCG analytics using Linear Regression and Support Vector Machine (SVM). The system analyzed pricing, sales, and customer-related features to predict product demand accurately. By combining linear and non-linear prediction models, the proposed system improved forecasting reliability and prediction efficiency</a:t>
            </a:r>
            <a:endParaRPr lang="en-US" sz="3600" dirty="0">
              <a:solidFill>
                <a:schemeClr val="tx1"/>
              </a:solidFill>
              <a:latin typeface="+mj-lt"/>
            </a:endParaRPr>
          </a:p>
          <a:p>
            <a:pPr algn="just"/>
            <a:endParaRPr lang="en-US" sz="3600" dirty="0">
              <a:solidFill>
                <a:schemeClr val="tx1"/>
              </a:solidFill>
              <a:latin typeface="+mj-lt"/>
            </a:endParaRPr>
          </a:p>
          <a:p>
            <a:pPr algn="just"/>
            <a:r>
              <a:rPr lang="en-US" sz="3600" dirty="0">
                <a:solidFill>
                  <a:schemeClr val="tx1"/>
                </a:solidFill>
              </a:rPr>
              <a:t>The project included data preprocessing, model training, evaluation, and prediction generation using Python and Scikit-learn. The developed system reduced manual effort and demonstrated the practical application of Machine Learning techniques in inventory management and business decision-making</a:t>
            </a:r>
            <a:endParaRPr lang="en-US" sz="3600" dirty="0">
              <a:solidFill>
                <a:schemeClr val="tx1"/>
              </a:solidFill>
              <a:latin typeface="+mj-lt"/>
            </a:endParaRPr>
          </a:p>
          <a:p>
            <a:pPr algn="just"/>
            <a:endParaRPr lang="en-US" sz="3600" dirty="0">
              <a:solidFill>
                <a:schemeClr val="tx1"/>
              </a:solidFill>
              <a:latin typeface="+mj-lt"/>
            </a:endParaRPr>
          </a:p>
          <a:p>
            <a:pPr algn="just"/>
            <a:endParaRPr lang="en-US" sz="3600" dirty="0">
              <a:solidFill>
                <a:schemeClr val="tx1"/>
              </a:solidFill>
              <a:latin typeface="+mj-lt"/>
            </a:endParaRPr>
          </a:p>
        </p:txBody>
      </p:sp>
      <p:sp>
        <p:nvSpPr>
          <p:cNvPr id="87" name="Rectangle 10">
            <a:extLst>
              <a:ext uri="{FF2B5EF4-FFF2-40B4-BE49-F238E27FC236}">
                <a16:creationId xmlns:a16="http://schemas.microsoft.com/office/drawing/2014/main" id="{0BE282AE-183A-4D49-B152-23A5A101BEA6}"/>
              </a:ext>
            </a:extLst>
          </p:cNvPr>
          <p:cNvSpPr>
            <a:spLocks noChangeArrowheads="1"/>
          </p:cNvSpPr>
          <p:nvPr/>
        </p:nvSpPr>
        <p:spPr bwMode="auto">
          <a:xfrm>
            <a:off x="28489360" y="23334941"/>
            <a:ext cx="10058400" cy="873302"/>
          </a:xfrm>
          <a:prstGeom prst="snipRoundRect">
            <a:avLst>
              <a:gd name="adj1" fmla="val 0"/>
              <a:gd name="adj2" fmla="val 50000"/>
            </a:avLst>
          </a:prstGeom>
          <a:solidFill>
            <a:srgbClr val="3684A0"/>
          </a:solidFill>
          <a:ln w="12700">
            <a:noFill/>
            <a:miter lim="800000"/>
          </a:ln>
        </p:spPr>
        <p:txBody>
          <a:bodyPr wrap="none" lIns="274277" tIns="73142" rIns="274277" bIns="68554" anchor="ctr" anchorCtr="0"/>
          <a:lstStyle>
            <a:defPPr>
              <a:defRPr kern="1200"/>
            </a:defPPr>
          </a:lstStyle>
          <a:p>
            <a:pPr defTabSz="4701835">
              <a:defRPr/>
            </a:pPr>
            <a:r>
              <a:rPr lang="en-US" sz="3400" b="1" dirty="0">
                <a:solidFill>
                  <a:schemeClr val="bg1"/>
                </a:solidFill>
                <a:effectLst/>
                <a:latin typeface="Quattrocento" panose="02020802030000000404" pitchFamily="18" charset="0"/>
              </a:rPr>
              <a:t>Conclusion</a:t>
            </a:r>
          </a:p>
        </p:txBody>
      </p:sp>
      <p:sp>
        <p:nvSpPr>
          <p:cNvPr id="88" name="Rectangle 87">
            <a:extLst>
              <a:ext uri="{FF2B5EF4-FFF2-40B4-BE49-F238E27FC236}">
                <a16:creationId xmlns:a16="http://schemas.microsoft.com/office/drawing/2014/main" id="{236036AE-C83F-4AC9-800C-C6574727635F}"/>
              </a:ext>
            </a:extLst>
          </p:cNvPr>
          <p:cNvSpPr/>
          <p:nvPr/>
        </p:nvSpPr>
        <p:spPr>
          <a:xfrm>
            <a:off x="691910" y="18393996"/>
            <a:ext cx="10566480" cy="14020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0" rIns="91426" bIns="45710" rtlCol="0" anchor="ctr"/>
          <a:lstStyle>
            <a:defPPr>
              <a:defRPr kern="1200"/>
            </a:defPPr>
          </a:lstStyle>
          <a:p>
            <a:pPr algn="just"/>
            <a:endParaRPr lang="en-US" sz="3600" dirty="0">
              <a:solidFill>
                <a:schemeClr val="tx1"/>
              </a:solidFill>
            </a:endParaRPr>
          </a:p>
          <a:p>
            <a:pPr algn="just"/>
            <a:endParaRPr lang="en-US" sz="3600" dirty="0">
              <a:solidFill>
                <a:schemeClr val="tx1"/>
              </a:solidFill>
            </a:endParaRPr>
          </a:p>
          <a:p>
            <a:pPr algn="just"/>
            <a:r>
              <a:rPr lang="en-US" sz="3600" dirty="0">
                <a:solidFill>
                  <a:schemeClr val="tx1"/>
                </a:solidFill>
              </a:rPr>
              <a:t>The rapid growth of the e-commerce industry, especially in FMCG, electronics, and retail sectors, has increased the need for accurate demand forecasting systems. Businesses require intelligent systems to predict product demand, manage inventory, reduce overstocking and understocking, and improve financial planning.</a:t>
            </a:r>
          </a:p>
          <a:p>
            <a:pPr algn="just"/>
            <a:endParaRPr lang="en-US" sz="3600" dirty="0">
              <a:solidFill>
                <a:schemeClr val="tx1"/>
              </a:solidFill>
              <a:latin typeface="Constantia (Body)"/>
              <a:cs typeface="Times New Roman" panose="02020603050405020304" pitchFamily="18" charset="0"/>
            </a:endParaRPr>
          </a:p>
          <a:p>
            <a:pPr algn="just"/>
            <a:endParaRPr lang="en-US" sz="3600" dirty="0">
              <a:solidFill>
                <a:schemeClr val="tx1"/>
              </a:solidFill>
              <a:latin typeface="Constantia (Body)"/>
              <a:cs typeface="Times New Roman" panose="02020603050405020304" pitchFamily="18" charset="0"/>
            </a:endParaRPr>
          </a:p>
          <a:p>
            <a:pPr algn="just"/>
            <a:endParaRPr lang="en-US" sz="3600" dirty="0">
              <a:solidFill>
                <a:schemeClr val="tx1"/>
              </a:solidFill>
              <a:latin typeface="Constantia (Body)"/>
              <a:cs typeface="Times New Roman" panose="02020603050405020304" pitchFamily="18" charset="0"/>
            </a:endParaRPr>
          </a:p>
          <a:p>
            <a:pPr algn="just"/>
            <a:endParaRPr lang="en-US" sz="3600" dirty="0">
              <a:solidFill>
                <a:schemeClr val="tx1"/>
              </a:solidFill>
              <a:latin typeface="Constantia (Body)"/>
              <a:cs typeface="Times New Roman" panose="02020603050405020304" pitchFamily="18" charset="0"/>
            </a:endParaRPr>
          </a:p>
          <a:p>
            <a:pPr algn="just"/>
            <a:endParaRPr lang="en-US" sz="3600" dirty="0">
              <a:solidFill>
                <a:schemeClr val="tx1"/>
              </a:solidFill>
              <a:latin typeface="Times New Roman" panose="02020603050405020304" pitchFamily="18" charset="0"/>
              <a:cs typeface="Times New Roman" panose="02020603050405020304" pitchFamily="18" charset="0"/>
            </a:endParaRPr>
          </a:p>
          <a:p>
            <a:pPr algn="just"/>
            <a:endParaRPr lang="en-US" sz="3600" dirty="0">
              <a:solidFill>
                <a:schemeClr val="tx1"/>
              </a:solidFill>
              <a:latin typeface="Constantia (Body)"/>
              <a:cs typeface="Times New Roman" panose="02020603050405020304" pitchFamily="18" charset="0"/>
            </a:endParaRPr>
          </a:p>
          <a:p>
            <a:pPr algn="just"/>
            <a:endParaRPr lang="en-US" sz="3600" dirty="0">
              <a:solidFill>
                <a:schemeClr val="tx1"/>
              </a:solidFill>
              <a:latin typeface="Constantia (Body)"/>
              <a:cs typeface="Times New Roman" panose="02020603050405020304" pitchFamily="18" charset="0"/>
            </a:endParaRPr>
          </a:p>
          <a:p>
            <a:pPr algn="just"/>
            <a:r>
              <a:rPr lang="en-US" sz="3600" dirty="0">
                <a:solidFill>
                  <a:schemeClr val="tx1"/>
                </a:solidFill>
                <a:latin typeface="Constantia (Body)"/>
                <a:cs typeface="Times New Roman" panose="02020603050405020304" pitchFamily="18" charset="0"/>
              </a:rPr>
              <a:t>This project proposes a Machine Learning-based demand forecasting system using Linear Regression and Support Vector Machine (SVM). The system analyzes pricing, sales, and customer-related features such as Category, Brand Type, Zone, Sales Event, Base Price, Discount, Final Price, and Customer Age to predict product demand in terms of units sold.</a:t>
            </a:r>
          </a:p>
          <a:p>
            <a:pPr algn="just"/>
            <a:endParaRPr lang="en-US" sz="3600" dirty="0">
              <a:solidFill>
                <a:schemeClr val="tx1"/>
              </a:solidFill>
              <a:latin typeface="Constantia (Body)"/>
              <a:cs typeface="Times New Roman" panose="02020603050405020304" pitchFamily="18" charset="0"/>
            </a:endParaRPr>
          </a:p>
          <a:p>
            <a:pPr algn="just"/>
            <a:r>
              <a:rPr lang="en-US" sz="3600" b="1" dirty="0">
                <a:solidFill>
                  <a:schemeClr val="tx1"/>
                </a:solidFill>
              </a:rPr>
              <a:t>Source:</a:t>
            </a:r>
            <a:r>
              <a:rPr lang="en-US" sz="3600" dirty="0">
                <a:solidFill>
                  <a:schemeClr val="tx1"/>
                </a:solidFill>
              </a:rPr>
              <a:t> Grand View Research Report, 2023.</a:t>
            </a:r>
          </a:p>
          <a:p>
            <a:pPr algn="just"/>
            <a:endParaRPr lang="en-US" sz="3600" dirty="0">
              <a:solidFill>
                <a:schemeClr val="tx1"/>
              </a:solidFill>
              <a:latin typeface="Times New Roman" panose="02020603050405020304" pitchFamily="18" charset="0"/>
              <a:cs typeface="Times New Roman" panose="02020603050405020304" pitchFamily="18" charset="0"/>
            </a:endParaRPr>
          </a:p>
          <a:p>
            <a:pPr algn="just"/>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90" name="Rectangle 10">
            <a:extLst>
              <a:ext uri="{FF2B5EF4-FFF2-40B4-BE49-F238E27FC236}">
                <a16:creationId xmlns:a16="http://schemas.microsoft.com/office/drawing/2014/main" id="{8C463412-CC68-4A0F-AE72-68EF99EB2F46}"/>
              </a:ext>
            </a:extLst>
          </p:cNvPr>
          <p:cNvSpPr>
            <a:spLocks noChangeArrowheads="1"/>
          </p:cNvSpPr>
          <p:nvPr/>
        </p:nvSpPr>
        <p:spPr bwMode="auto">
          <a:xfrm>
            <a:off x="691910" y="17586127"/>
            <a:ext cx="10566480" cy="873302"/>
          </a:xfrm>
          <a:prstGeom prst="snipRoundRect">
            <a:avLst>
              <a:gd name="adj1" fmla="val 0"/>
              <a:gd name="adj2" fmla="val 50000"/>
            </a:avLst>
          </a:prstGeom>
          <a:solidFill>
            <a:srgbClr val="664F93"/>
          </a:solidFill>
          <a:ln w="12700">
            <a:noFill/>
            <a:miter lim="800000"/>
          </a:ln>
        </p:spPr>
        <p:txBody>
          <a:bodyPr wrap="none" lIns="274277" tIns="73142" rIns="274277" bIns="68554" anchor="ctr" anchorCtr="0"/>
          <a:lstStyle>
            <a:defPPr>
              <a:defRPr kern="1200"/>
            </a:defPPr>
          </a:lstStyle>
          <a:p>
            <a:pPr defTabSz="4701835">
              <a:defRPr/>
            </a:pPr>
            <a:r>
              <a:rPr lang="en-US" sz="4000" b="1" dirty="0">
                <a:solidFill>
                  <a:schemeClr val="bg1"/>
                </a:solidFill>
                <a:effectLst/>
                <a:latin typeface="Quattrocento" panose="02020802030000000404" pitchFamily="18" charset="0"/>
              </a:rPr>
              <a:t>Brief Introduction</a:t>
            </a:r>
          </a:p>
        </p:txBody>
      </p:sp>
      <p:pic>
        <p:nvPicPr>
          <p:cNvPr id="3" name="Picture 2" descr="A close-up of a computer science certificate">
            <a:extLst>
              <a:ext uri="{FF2B5EF4-FFF2-40B4-BE49-F238E27FC236}">
                <a16:creationId xmlns:a16="http://schemas.microsoft.com/office/drawing/2014/main" id="{741ED08A-B9E7-FD53-2EF1-E4F7A9E0800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7787"/>
          <a:stretch/>
        </p:blipFill>
        <p:spPr bwMode="auto">
          <a:xfrm>
            <a:off x="381000" y="193471"/>
            <a:ext cx="43104031" cy="4452760"/>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58908133-72AE-4CAF-6132-866853FE3F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3857" y="22965996"/>
            <a:ext cx="6281242" cy="3281246"/>
          </a:xfrm>
          <a:prstGeom prst="rect">
            <a:avLst/>
          </a:prstGeom>
          <a:ln w="12700">
            <a:solidFill>
              <a:schemeClr val="tx1"/>
            </a:solidFill>
          </a:ln>
        </p:spPr>
      </p:pic>
      <p:pic>
        <p:nvPicPr>
          <p:cNvPr id="9" name="Picture 8">
            <a:extLst>
              <a:ext uri="{FF2B5EF4-FFF2-40B4-BE49-F238E27FC236}">
                <a16:creationId xmlns:a16="http://schemas.microsoft.com/office/drawing/2014/main" id="{5E7A6E18-1E74-3953-92C0-2BE9757C15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61488" y="9820035"/>
            <a:ext cx="18257093" cy="12357358"/>
          </a:xfrm>
          <a:prstGeom prst="rect">
            <a:avLst/>
          </a:prstGeom>
          <a:ln w="12700">
            <a:solidFill>
              <a:schemeClr val="tx1"/>
            </a:solidFill>
          </a:ln>
        </p:spPr>
      </p:pic>
      <p:sp>
        <p:nvSpPr>
          <p:cNvPr id="10" name="TextBox 9">
            <a:extLst>
              <a:ext uri="{FF2B5EF4-FFF2-40B4-BE49-F238E27FC236}">
                <a16:creationId xmlns:a16="http://schemas.microsoft.com/office/drawing/2014/main" id="{2D44F52E-F749-093B-F936-E92706FA3E90}"/>
              </a:ext>
            </a:extLst>
          </p:cNvPr>
          <p:cNvSpPr txBox="1"/>
          <p:nvPr/>
        </p:nvSpPr>
        <p:spPr>
          <a:xfrm>
            <a:off x="30517723" y="10107357"/>
            <a:ext cx="12366836" cy="11726287"/>
          </a:xfrm>
          <a:prstGeom prst="rect">
            <a:avLst/>
          </a:prstGeom>
          <a:noFill/>
        </p:spPr>
        <p:txBody>
          <a:bodyPr wrap="square" rtlCol="0">
            <a:spAutoFit/>
          </a:bodyPr>
          <a:lstStyle/>
          <a:p>
            <a:pPr algn="just"/>
            <a:r>
              <a:rPr lang="en-US" sz="3600" dirty="0">
                <a:latin typeface="Constantia (Body)"/>
              </a:rPr>
              <a:t>The proposed system architecture is designed for demand forecasting in e-commerce and FMCG sectors using Machine Learning techniques. The system begins with dataset collection from Kaggle, containing features such as Category, Brand Type, Zone, Sales Event, Base Price, Discount, Final Price, and Customer Age.</a:t>
            </a:r>
          </a:p>
          <a:p>
            <a:pPr algn="just"/>
            <a:endParaRPr lang="en-US" sz="3600" dirty="0">
              <a:latin typeface="Constantia (Body)"/>
            </a:endParaRPr>
          </a:p>
          <a:p>
            <a:pPr algn="just"/>
            <a:r>
              <a:rPr lang="en-US" sz="3600" dirty="0">
                <a:latin typeface="Constantia (Body)"/>
              </a:rPr>
              <a:t>In the preprocessing stage, missing values and duplicate records are handled, categorical features are encoded, and numerical features are normalized. The processed data is divided into training and testing datasets using an 80:20 ratio.</a:t>
            </a:r>
          </a:p>
          <a:p>
            <a:pPr algn="just"/>
            <a:r>
              <a:rPr lang="en-US" sz="3600" dirty="0">
                <a:latin typeface="Constantia (Body)"/>
              </a:rPr>
              <a:t>Linear Regression and Support Vector Machine (SVM) models are trained using the training dataset. The models are evaluated using metrics such as Accuracy, Precision, Recall, MAE, RMSE, and R² Score. Finally, the outputs of both models are averaged to generate the final demand prediction.</a:t>
            </a:r>
          </a:p>
          <a:p>
            <a:pPr algn="just"/>
            <a:endParaRPr lang="en-US" sz="3600" dirty="0">
              <a:latin typeface="Constantia (Body)"/>
            </a:endParaRPr>
          </a:p>
          <a:p>
            <a:pPr algn="just"/>
            <a:r>
              <a:rPr lang="en-IN" sz="3600" dirty="0">
                <a:latin typeface="Constantia (Body)"/>
              </a:rPr>
              <a:t>Architecture Flow</a:t>
            </a:r>
            <a:endParaRPr lang="en-US" sz="3600" dirty="0">
              <a:latin typeface="Constantia (Body)"/>
            </a:endParaRPr>
          </a:p>
          <a:p>
            <a:pPr algn="just"/>
            <a:r>
              <a:rPr lang="en-IN" sz="3600" dirty="0">
                <a:latin typeface="Constantia (Body)"/>
              </a:rPr>
              <a:t>Dataset → Preprocessing → Feature Selection → Train-Test Split → Linear Regression &amp; SVM Training → Evaluation → Average Prediction Output.</a:t>
            </a:r>
          </a:p>
        </p:txBody>
      </p:sp>
      <p:pic>
        <p:nvPicPr>
          <p:cNvPr id="12" name="Picture 11">
            <a:extLst>
              <a:ext uri="{FF2B5EF4-FFF2-40B4-BE49-F238E27FC236}">
                <a16:creationId xmlns:a16="http://schemas.microsoft.com/office/drawing/2014/main" id="{E4BABF7A-AEC3-D39E-BD4C-D78BDDE569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52939" y="28269885"/>
            <a:ext cx="6473856" cy="3842207"/>
          </a:xfrm>
          <a:prstGeom prst="rect">
            <a:avLst/>
          </a:prstGeom>
          <a:ln>
            <a:solidFill>
              <a:schemeClr val="tx1"/>
            </a:solidFill>
          </a:ln>
        </p:spPr>
      </p:pic>
      <p:pic>
        <p:nvPicPr>
          <p:cNvPr id="14" name="Picture 13">
            <a:extLst>
              <a:ext uri="{FF2B5EF4-FFF2-40B4-BE49-F238E27FC236}">
                <a16:creationId xmlns:a16="http://schemas.microsoft.com/office/drawing/2014/main" id="{97CBFE68-6D1D-75F6-B2CB-2F9DC340A0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476235" y="24674766"/>
            <a:ext cx="5054600" cy="3460928"/>
          </a:xfrm>
          <a:prstGeom prst="rect">
            <a:avLst/>
          </a:prstGeom>
          <a:ln>
            <a:solidFill>
              <a:schemeClr val="tx1"/>
            </a:solidFill>
          </a:ln>
        </p:spPr>
      </p:pic>
      <p:sp>
        <p:nvSpPr>
          <p:cNvPr id="15" name="TextBox 14">
            <a:extLst>
              <a:ext uri="{FF2B5EF4-FFF2-40B4-BE49-F238E27FC236}">
                <a16:creationId xmlns:a16="http://schemas.microsoft.com/office/drawing/2014/main" id="{9472E387-4400-33ED-5280-C5B1CB7A5870}"/>
              </a:ext>
            </a:extLst>
          </p:cNvPr>
          <p:cNvSpPr txBox="1"/>
          <p:nvPr/>
        </p:nvSpPr>
        <p:spPr>
          <a:xfrm>
            <a:off x="11663723" y="24180182"/>
            <a:ext cx="9770637" cy="8802410"/>
          </a:xfrm>
          <a:prstGeom prst="rect">
            <a:avLst/>
          </a:prstGeom>
          <a:noFill/>
        </p:spPr>
        <p:txBody>
          <a:bodyPr wrap="square" rtlCol="0">
            <a:spAutoFit/>
          </a:bodyPr>
          <a:lstStyle/>
          <a:p>
            <a:pPr algn="just"/>
            <a:r>
              <a:rPr lang="en-US" sz="2700" dirty="0"/>
              <a:t>The proposed system successfully generated demand predictions using Linear Regression and SVM models. The evaluation results showed balanced forecasting performance for both regression and classification metrics.</a:t>
            </a:r>
          </a:p>
          <a:p>
            <a:pPr algn="just"/>
            <a:endParaRPr lang="en-IN" sz="2700" b="1" dirty="0"/>
          </a:p>
          <a:p>
            <a:r>
              <a:rPr lang="en-IN" sz="2700" b="1" dirty="0"/>
              <a:t>Performance Metrics</a:t>
            </a:r>
          </a:p>
          <a:p>
            <a:r>
              <a:rPr lang="en-IN" sz="2700" dirty="0"/>
              <a:t>Linear Regression Accuracy : 67.76% </a:t>
            </a:r>
          </a:p>
          <a:p>
            <a:r>
              <a:rPr lang="en-IN" sz="2700" dirty="0"/>
              <a:t>SVR Accuracy : 68.15% </a:t>
            </a:r>
          </a:p>
          <a:p>
            <a:r>
              <a:rPr lang="en-IN" sz="2700" dirty="0"/>
              <a:t>Linear Regression R² Score : 0.3549 </a:t>
            </a:r>
          </a:p>
          <a:p>
            <a:r>
              <a:rPr lang="en-IN" sz="2700" dirty="0"/>
              <a:t>SVR R² Score : 0.3510</a:t>
            </a:r>
          </a:p>
          <a:p>
            <a:endParaRPr lang="en-IN" sz="2700" dirty="0"/>
          </a:p>
          <a:p>
            <a:r>
              <a:rPr lang="en-IN" sz="2700" b="1" dirty="0"/>
              <a:t>Prediction Output</a:t>
            </a:r>
          </a:p>
          <a:p>
            <a:r>
              <a:rPr lang="en-IN" sz="2700" dirty="0"/>
              <a:t>Linear Regression Prediction : 39.8 Units </a:t>
            </a:r>
          </a:p>
          <a:p>
            <a:r>
              <a:rPr lang="en-IN" sz="2700" dirty="0"/>
              <a:t>SVR Prediction : 29.7 Units </a:t>
            </a:r>
          </a:p>
          <a:p>
            <a:r>
              <a:rPr lang="en-IN" sz="2700" dirty="0"/>
              <a:t>Average Prediction : 34.7 Units</a:t>
            </a:r>
          </a:p>
          <a:p>
            <a:r>
              <a:rPr lang="en-US" sz="2700" dirty="0"/>
              <a:t>Predicted Units Sold (Rounded Value) :  35 Units</a:t>
            </a:r>
          </a:p>
          <a:p>
            <a:endParaRPr lang="en-US" sz="2700" dirty="0"/>
          </a:p>
          <a:p>
            <a:pPr algn="just"/>
            <a:r>
              <a:rPr lang="en-US" sz="2700" dirty="0"/>
              <a:t>The results demonstrate that the proposed system effectively predicts e-commerce product demand using both linear and non-linear Machine Learning models.</a:t>
            </a:r>
            <a:endParaRPr lang="en-IN" sz="2700" dirty="0"/>
          </a:p>
          <a:p>
            <a:endParaRPr lang="en-IN" sz="26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onderingpeacock|08-202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1986</TotalTime>
  <Words>650</Words>
  <Application>Microsoft Office PowerPoint</Application>
  <PresentationFormat>Custom</PresentationFormat>
  <Paragraphs>50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Quattrocento</vt:lpstr>
      <vt:lpstr>Times New Roman</vt:lpstr>
      <vt:lpstr>Constantia</vt:lpstr>
      <vt:lpstr>Constantia (Body)</vt:lpstr>
      <vt:lpstr>Calibri</vt:lpstr>
      <vt:lpstr>Wingdings 2</vt:lpstr>
      <vt:lpstr>Flow</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for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Shakthivel K</cp:lastModifiedBy>
  <cp:revision>115</cp:revision>
  <cp:lastPrinted>2000-08-03T00:31:24Z</cp:lastPrinted>
  <dcterms:modified xsi:type="dcterms:W3CDTF">2026-05-18T07:57:50Z</dcterms:modified>
  <cp:category>research posters template</cp:category>
</cp:coreProperties>
</file>